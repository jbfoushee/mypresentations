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79" r:id="rId2"/>
    <p:sldId id="256" r:id="rId3"/>
    <p:sldId id="316" r:id="rId4"/>
    <p:sldId id="257" r:id="rId5"/>
    <p:sldId id="258" r:id="rId6"/>
    <p:sldId id="349" r:id="rId7"/>
    <p:sldId id="259" r:id="rId8"/>
    <p:sldId id="260" r:id="rId9"/>
    <p:sldId id="322" r:id="rId10"/>
    <p:sldId id="282" r:id="rId11"/>
    <p:sldId id="318" r:id="rId12"/>
    <p:sldId id="319" r:id="rId13"/>
    <p:sldId id="320" r:id="rId14"/>
    <p:sldId id="321" r:id="rId15"/>
    <p:sldId id="277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0" r:id="rId27"/>
    <p:sldId id="297" r:id="rId28"/>
    <p:sldId id="299" r:id="rId29"/>
    <p:sldId id="31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47" autoAdjust="0"/>
    <p:restoredTop sz="86370" autoAdjust="0"/>
  </p:normalViewPr>
  <p:slideViewPr>
    <p:cSldViewPr snapToGrid="0">
      <p:cViewPr varScale="1">
        <p:scale>
          <a:sx n="99" d="100"/>
          <a:sy n="99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similar functions in DB2, Oracle, and PostgreSQL.</a:t>
            </a:r>
          </a:p>
          <a:p>
            <a:endParaRPr lang="en-US" dirty="0"/>
          </a:p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</a:t>
            </a:r>
            <a:r>
              <a:rPr lang="en-US"/>
              <a:t>promoted datatypes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7/21/2024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62380748-2FEE-D864-81E8-29094577C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4660900"/>
            <a:ext cx="1574189" cy="1614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013" y="1145792"/>
            <a:ext cx="2049795" cy="2049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3426741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14BE0B-5E89-8A06-24B5-EF1DF4E65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77BCE5-5CCD-CDCE-8476-CA5DF0421C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5416" y="1315960"/>
            <a:ext cx="2308474" cy="187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236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2457"/>
            <a:chOff x="3589020" y="1554398"/>
            <a:chExt cx="6469381" cy="15624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61209"/>
              <a:ext cx="742950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61209"/>
              <a:ext cx="588346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61209"/>
              <a:ext cx="668954" cy="1055646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92290" y="2059782"/>
              <a:ext cx="714076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06366" y="2059781"/>
              <a:ext cx="680384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86750" y="2059305"/>
              <a:ext cx="640080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59304"/>
              <a:ext cx="560070" cy="105612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59305"/>
              <a:ext cx="571501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57772F-3EC1-B3DB-B492-14ABFE8C82B5}"/>
              </a:ext>
            </a:extLst>
          </p:cNvPr>
          <p:cNvSpPr txBox="1"/>
          <p:nvPr/>
        </p:nvSpPr>
        <p:spPr>
          <a:xfrm>
            <a:off x="1092895" y="1488828"/>
            <a:ext cx="97045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'$.,'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'€,.'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'$2,345.34'</a:t>
            </a:r>
          </a:p>
          <a:p>
            <a:endParaRPr lang="en-US" sz="20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</a:t>
            </a: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@_amount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E6594B-04DE-D927-A606-6F7B3419A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23" y="4596070"/>
            <a:ext cx="2739765" cy="773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83E39D-01BE-CFBE-15B0-1252865F7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423" y="3429000"/>
            <a:ext cx="2739765" cy="77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73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1216916" y="3121223"/>
            <a:ext cx="3818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1280992" y="3867597"/>
            <a:ext cx="39353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sz="14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[name]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sys.databases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335376" y="4637349"/>
            <a:ext cx="6098058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Not_DB_Collation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05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090" y="1655504"/>
            <a:ext cx="9859027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989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789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109835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539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577876"/>
            <a:ext cx="96663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max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 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2000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@_mybigtext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E9F364-41B9-91DC-174E-B6C9FF8B2D3E}"/>
              </a:ext>
            </a:extLst>
          </p:cNvPr>
          <p:cNvGrpSpPr/>
          <p:nvPr/>
        </p:nvGrpSpPr>
        <p:grpSpPr>
          <a:xfrm>
            <a:off x="963522" y="2967563"/>
            <a:ext cx="10359856" cy="3011518"/>
            <a:chOff x="963522" y="2967563"/>
            <a:chExt cx="10359856" cy="301151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43F126A-26CD-C59F-0D9E-03E4B6255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21722" y="2967563"/>
              <a:ext cx="4701656" cy="2811463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557339" y="3993296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529603" y="4686106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578971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759200" y="4559300"/>
              <a:ext cx="3492500" cy="1219726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E6E3BE-ABDD-F27C-C2A5-E77B845CDD87}"/>
                </a:ext>
              </a:extLst>
            </p:cNvPr>
            <p:cNvSpPr/>
            <p:nvPr/>
          </p:nvSpPr>
          <p:spPr>
            <a:xfrm>
              <a:off x="7557338" y="5378916"/>
              <a:ext cx="3766039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can cast the resulting value into a larger datatype,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27246</TotalTime>
  <Words>1765</Words>
  <Application>Microsoft Office PowerPoint</Application>
  <PresentationFormat>Widescreen</PresentationFormat>
  <Paragraphs>273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-apple-system</vt:lpstr>
      <vt:lpstr>Arial</vt:lpstr>
      <vt:lpstr>Calibri</vt:lpstr>
      <vt:lpstr>Calibri Light</vt:lpstr>
      <vt:lpstr>Cascadia Mono</vt:lpstr>
      <vt:lpstr>Consolas</vt:lpstr>
      <vt:lpstr>Verdana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28</cp:revision>
  <dcterms:created xsi:type="dcterms:W3CDTF">2023-07-18T22:41:59Z</dcterms:created>
  <dcterms:modified xsi:type="dcterms:W3CDTF">2024-07-21T15:43:10Z</dcterms:modified>
</cp:coreProperties>
</file>