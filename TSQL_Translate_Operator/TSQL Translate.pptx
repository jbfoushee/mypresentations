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83" r:id="rId5"/>
    <p:sldId id="259" r:id="rId6"/>
    <p:sldId id="260" r:id="rId7"/>
    <p:sldId id="282" r:id="rId8"/>
    <p:sldId id="277" r:id="rId9"/>
    <p:sldId id="285" r:id="rId10"/>
    <p:sldId id="298" r:id="rId11"/>
    <p:sldId id="292" r:id="rId12"/>
    <p:sldId id="293" r:id="rId13"/>
    <p:sldId id="284" r:id="rId14"/>
    <p:sldId id="294" r:id="rId15"/>
    <p:sldId id="281" r:id="rId16"/>
    <p:sldId id="295" r:id="rId17"/>
    <p:sldId id="287" r:id="rId18"/>
    <p:sldId id="288" r:id="rId19"/>
    <p:sldId id="296" r:id="rId20"/>
    <p:sldId id="289" r:id="rId21"/>
    <p:sldId id="278" r:id="rId22"/>
    <p:sldId id="290" r:id="rId23"/>
    <p:sldId id="280" r:id="rId24"/>
    <p:sldId id="301" r:id="rId25"/>
    <p:sldId id="302" r:id="rId26"/>
    <p:sldId id="303" r:id="rId27"/>
    <p:sldId id="300" r:id="rId28"/>
    <p:sldId id="297" r:id="rId29"/>
    <p:sldId id="29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893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7/24/2023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1" y="2967335"/>
            <a:ext cx="508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alternative to nested-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18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18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2165686" cy="1082159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2980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16CBFB-4322-4C7A-6C4A-DF03C4F04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122" y="3551005"/>
            <a:ext cx="3805238" cy="188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5439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341927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416861"/>
            <a:ext cx="4251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in 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(or 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A6D75F5-155B-D3E2-F1CD-F03623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124" y="4478222"/>
            <a:ext cx="2148662" cy="122083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BF137E-3617-7DAE-4851-BCD63AB15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439" y="1252036"/>
            <a:ext cx="4274288" cy="91368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DAFEC96-F978-71EC-1DC3-0A44302CC54F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</p:spTree>
    <p:extLst>
      <p:ext uri="{BB962C8B-B14F-4D97-AF65-F5344CB8AC3E}">
        <p14:creationId xmlns:p14="http://schemas.microsoft.com/office/powerpoint/2010/main" val="3848251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6FEDA4-31B5-C3DB-A878-EEC71CB7F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439" y="1252036"/>
            <a:ext cx="4274288" cy="9136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C42B0B-8E71-81D4-9D5C-47905475F9CD}"/>
              </a:ext>
            </a:extLst>
          </p:cNvPr>
          <p:cNvSpPr txBox="1"/>
          <p:nvPr/>
        </p:nvSpPr>
        <p:spPr>
          <a:xfrm>
            <a:off x="1041991" y="2870791"/>
            <a:ext cx="48059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'banana'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7E5549-7A3C-189B-9A4A-2B6D4C065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4438" y="4921989"/>
            <a:ext cx="2181494" cy="1055562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952C2CC-6FE3-7F96-DDFF-08F1A408188F}"/>
              </a:ext>
            </a:extLst>
          </p:cNvPr>
          <p:cNvGrpSpPr/>
          <p:nvPr/>
        </p:nvGrpSpPr>
        <p:grpSpPr>
          <a:xfrm>
            <a:off x="1041991" y="2870791"/>
            <a:ext cx="10339320" cy="3207335"/>
            <a:chOff x="1041991" y="2870791"/>
            <a:chExt cx="10339320" cy="32073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E5209B3-A038-B5D2-79F7-BE7D67731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44438" y="4921989"/>
              <a:ext cx="2336873" cy="115613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912072-2B09-ACEC-129C-76035BAA936A}"/>
                </a:ext>
              </a:extLst>
            </p:cNvPr>
            <p:cNvSpPr txBox="1"/>
            <p:nvPr/>
          </p:nvSpPr>
          <p:spPr>
            <a:xfrm>
              <a:off x="1041991" y="2870791"/>
              <a:ext cx="7995683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D409912-25E1-6C91-3AA6-708A568CC084}"/>
              </a:ext>
            </a:extLst>
          </p:cNvPr>
          <p:cNvGrpSpPr/>
          <p:nvPr/>
        </p:nvGrpSpPr>
        <p:grpSpPr>
          <a:xfrm>
            <a:off x="1047174" y="2870791"/>
            <a:ext cx="10254485" cy="3151450"/>
            <a:chOff x="1047174" y="2870791"/>
            <a:chExt cx="10254485" cy="315145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884787-2FDC-2E6A-5B17-1C7A2A2DBC38}"/>
                </a:ext>
              </a:extLst>
            </p:cNvPr>
            <p:cNvSpPr txBox="1"/>
            <p:nvPr/>
          </p:nvSpPr>
          <p:spPr>
            <a:xfrm>
              <a:off x="1047174" y="2870791"/>
              <a:ext cx="7873409" cy="156966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D997DAB-844D-93EB-8C16-980ABCC6D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37674" y="4914857"/>
              <a:ext cx="2263985" cy="1107384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F471292-83FB-2457-6344-BE22B7C45290}"/>
              </a:ext>
            </a:extLst>
          </p:cNvPr>
          <p:cNvGrpSpPr/>
          <p:nvPr/>
        </p:nvGrpSpPr>
        <p:grpSpPr>
          <a:xfrm>
            <a:off x="1041991" y="2870791"/>
            <a:ext cx="10249595" cy="3186685"/>
            <a:chOff x="1041991" y="2870791"/>
            <a:chExt cx="10249595" cy="31866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B3E3CF1-7832-0B56-06C9-C8B0E081780F}"/>
                </a:ext>
              </a:extLst>
            </p:cNvPr>
            <p:cNvSpPr txBox="1"/>
            <p:nvPr/>
          </p:nvSpPr>
          <p:spPr>
            <a:xfrm>
              <a:off x="1041991" y="2870791"/>
              <a:ext cx="5233079" cy="156966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3588E27-2D25-C360-DE52-2CF115C38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37674" y="4942638"/>
              <a:ext cx="2253912" cy="1114838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8274E52-B1D7-CCAA-A24F-3C879481E370}"/>
              </a:ext>
            </a:extLst>
          </p:cNvPr>
          <p:cNvGrpSpPr/>
          <p:nvPr/>
        </p:nvGrpSpPr>
        <p:grpSpPr>
          <a:xfrm>
            <a:off x="1041991" y="2881116"/>
            <a:ext cx="10256359" cy="3117084"/>
            <a:chOff x="1041991" y="2881116"/>
            <a:chExt cx="10256359" cy="311708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2AE6855-0360-0BE9-B554-534DD183F9D7}"/>
                </a:ext>
              </a:extLst>
            </p:cNvPr>
            <p:cNvSpPr txBox="1"/>
            <p:nvPr/>
          </p:nvSpPr>
          <p:spPr>
            <a:xfrm>
              <a:off x="1041991" y="2881116"/>
              <a:ext cx="8719229" cy="230832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0FA14A6-CB36-1B3B-96B8-FCFC4A890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43286" y="4942638"/>
              <a:ext cx="2255064" cy="1055562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D7CB3C-AE7E-7443-1EFC-EFCBF28B8AE1}"/>
              </a:ext>
            </a:extLst>
          </p:cNvPr>
          <p:cNvGrpSpPr/>
          <p:nvPr/>
        </p:nvGrpSpPr>
        <p:grpSpPr>
          <a:xfrm>
            <a:off x="1047174" y="2881116"/>
            <a:ext cx="10246821" cy="3152809"/>
            <a:chOff x="1047174" y="2881116"/>
            <a:chExt cx="10246821" cy="315280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5318C77-AACA-FDB8-85C1-A00DAFAFFB6D}"/>
                </a:ext>
              </a:extLst>
            </p:cNvPr>
            <p:cNvSpPr txBox="1"/>
            <p:nvPr/>
          </p:nvSpPr>
          <p:spPr>
            <a:xfrm>
              <a:off x="1047174" y="2881116"/>
              <a:ext cx="9004979" cy="267765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  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    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6D8399B2-0F1A-11CE-A592-6FB79230530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067882" y="4969262"/>
              <a:ext cx="2226113" cy="106466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E78134A-0D4D-90FC-206A-1DC386FFBBE2}"/>
              </a:ext>
            </a:extLst>
          </p:cNvPr>
          <p:cNvGrpSpPr/>
          <p:nvPr/>
        </p:nvGrpSpPr>
        <p:grpSpPr>
          <a:xfrm>
            <a:off x="1651000" y="1208118"/>
            <a:ext cx="5575300" cy="3937404"/>
            <a:chOff x="1651000" y="1208118"/>
            <a:chExt cx="5575300" cy="3937404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95DCCC-5155-2920-8E8D-43E39A9D2DAE}"/>
                </a:ext>
              </a:extLst>
            </p:cNvPr>
            <p:cNvSpPr/>
            <p:nvPr/>
          </p:nvSpPr>
          <p:spPr>
            <a:xfrm>
              <a:off x="1651000" y="3332456"/>
              <a:ext cx="5473700" cy="1813066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E05DB69-5517-FF57-D3DD-2B2BAE4208D4}"/>
                </a:ext>
              </a:extLst>
            </p:cNvPr>
            <p:cNvSpPr/>
            <p:nvPr/>
          </p:nvSpPr>
          <p:spPr>
            <a:xfrm>
              <a:off x="6783439" y="1208118"/>
              <a:ext cx="442861" cy="105248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8C7E8E2-3B55-1F9A-5146-C54FC94B3AF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</p:spTree>
    <p:extLst>
      <p:ext uri="{BB962C8B-B14F-4D97-AF65-F5344CB8AC3E}">
        <p14:creationId xmlns:p14="http://schemas.microsoft.com/office/powerpoint/2010/main" val="48135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3426700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C4446-111C-602D-98C7-7AFA37DAD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033" y="5337545"/>
            <a:ext cx="10515600" cy="45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 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 ===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3DAEE3-541C-AD77-0C25-DFB5D45F7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918" y="3896302"/>
            <a:ext cx="2687053" cy="813685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C4BC878-5C15-9DE7-13CE-1048A91FB5F5}"/>
              </a:ext>
            </a:extLst>
          </p:cNvPr>
          <p:cNvGraphicFramePr>
            <a:graphicFrameLocks noGrp="1"/>
          </p:cNvGraphicFramePr>
          <p:nvPr/>
        </p:nvGraphicFramePr>
        <p:xfrm>
          <a:off x="957816" y="3270365"/>
          <a:ext cx="10276367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4298">
                  <a:extLst>
                    <a:ext uri="{9D8B030D-6E8A-4147-A177-3AD203B41FA5}">
                      <a16:colId xmlns:a16="http://schemas.microsoft.com/office/drawing/2014/main" val="2222398054"/>
                    </a:ext>
                  </a:extLst>
                </a:gridCol>
                <a:gridCol w="5132069">
                  <a:extLst>
                    <a:ext uri="{9D8B030D-6E8A-4147-A177-3AD203B41FA5}">
                      <a16:colId xmlns:a16="http://schemas.microsoft.com/office/drawing/2014/main" val="29348631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REPLICATE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'-!'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'['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SPACE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']'</a:t>
                      </a:r>
                      <a:endParaRPr lang="en-US" sz="3600" b="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457718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F33579B-7B68-F80E-2AF8-A824F520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218" y="3896302"/>
            <a:ext cx="3394821" cy="85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51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1546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7DEC4A-5235-937C-CB88-252D1BC3D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96A6F0-B9BE-6478-495F-8696318A4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550" y="4635816"/>
            <a:ext cx="1524188" cy="1010603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A1FBA8C5-F54E-6FE3-B76B-7520046D24DA}"/>
              </a:ext>
            </a:extLst>
          </p:cNvPr>
          <p:cNvGrpSpPr/>
          <p:nvPr/>
        </p:nvGrpSpPr>
        <p:grpSpPr>
          <a:xfrm>
            <a:off x="838200" y="2266950"/>
            <a:ext cx="10260330" cy="3238500"/>
            <a:chOff x="838200" y="2266950"/>
            <a:chExt cx="10260330" cy="3238500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FC9571-1B7B-EE4E-09F4-C66C3EBE4452}"/>
                </a:ext>
              </a:extLst>
            </p:cNvPr>
            <p:cNvCxnSpPr/>
            <p:nvPr/>
          </p:nvCxnSpPr>
          <p:spPr>
            <a:xfrm>
              <a:off x="96012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169C65D-551B-7D73-F13E-DE695F4E6345}"/>
                </a:ext>
              </a:extLst>
            </p:cNvPr>
            <p:cNvCxnSpPr/>
            <p:nvPr/>
          </p:nvCxnSpPr>
          <p:spPr>
            <a:xfrm>
              <a:off x="4621624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C8C5D89-A2E8-3AD5-0AFE-3F9C6C7AB460}"/>
                </a:ext>
              </a:extLst>
            </p:cNvPr>
            <p:cNvCxnSpPr/>
            <p:nvPr/>
          </p:nvCxnSpPr>
          <p:spPr>
            <a:xfrm>
              <a:off x="825246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798F376-54B6-945A-DFBD-C56B913980BE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2266950"/>
              <a:ext cx="575691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9D3AF69-C4F1-5F0F-F34C-F3430C4ADBF3}"/>
                </a:ext>
              </a:extLst>
            </p:cNvPr>
            <p:cNvCxnSpPr>
              <a:cxnSpLocks/>
            </p:cNvCxnSpPr>
            <p:nvPr/>
          </p:nvCxnSpPr>
          <p:spPr>
            <a:xfrm>
              <a:off x="9281160" y="5505450"/>
              <a:ext cx="6743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9016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2575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4975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6C8A63-529D-58E7-4AF1-E050BA054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57C65F-9231-288E-6FCF-F1376512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026" y="4647246"/>
            <a:ext cx="1524188" cy="1010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8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F9427ED-5434-D1C9-DA92-5EC1E08E47A1}"/>
              </a:ext>
            </a:extLst>
          </p:cNvPr>
          <p:cNvSpPr txBox="1"/>
          <p:nvPr/>
        </p:nvSpPr>
        <p:spPr>
          <a:xfrm>
            <a:off x="963930" y="1302039"/>
            <a:ext cx="102641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'ABCDEF-'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@_beforemap 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 - 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uniqueidentifier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NEWID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C75687-FEFD-818A-60AB-2A4B2FA51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767" y="4642792"/>
            <a:ext cx="6241309" cy="132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440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58BEAAF-29F3-DC6B-0423-9C4759AE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9" y="1207770"/>
            <a:ext cx="10060050" cy="425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EB305E18-F7C5-E2B9-56B8-7CFB2BD6D2C8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4AD0C74-E43E-5D75-FAD8-739E01DB3B9C}"/>
              </a:ext>
            </a:extLst>
          </p:cNvPr>
          <p:cNvCxnSpPr>
            <a:cxnSpLocks/>
          </p:cNvCxnSpPr>
          <p:nvPr/>
        </p:nvCxnSpPr>
        <p:spPr>
          <a:xfrm flipH="1" flipV="1">
            <a:off x="10458450" y="2846070"/>
            <a:ext cx="160020" cy="582930"/>
          </a:xfrm>
          <a:prstGeom prst="straightConnector1">
            <a:avLst/>
          </a:prstGeom>
          <a:ln w="412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7B2FC8A-DBD6-7F95-0D83-70CD9E2BF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237" y="1984374"/>
            <a:ext cx="7672158" cy="2447926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7106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075168-B32E-BBBB-C3A2-9BC376CD9D8B}"/>
              </a:ext>
            </a:extLst>
          </p:cNvPr>
          <p:cNvGrpSpPr/>
          <p:nvPr/>
        </p:nvGrpSpPr>
        <p:grpSpPr>
          <a:xfrm>
            <a:off x="7049190" y="3122681"/>
            <a:ext cx="4179288" cy="2009389"/>
            <a:chOff x="7049190" y="3122681"/>
            <a:chExt cx="4179288" cy="200938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314EA51-99A6-2CD6-93A6-4DE2E6109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9190" y="3122681"/>
              <a:ext cx="4179288" cy="1957388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715250" y="4080510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715250" y="4731960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CA3F68A-CC00-CE9B-E92A-6F48FB113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0" y="991239"/>
            <a:ext cx="3380942" cy="1957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 Gotcha?</a:t>
            </a:r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is used for “one-for-one” character-for-character replacement.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fails at character removal. Use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for those cases.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8046</TotalTime>
  <Words>1400</Words>
  <Application>Microsoft Office PowerPoint</Application>
  <PresentationFormat>Widescreen</PresentationFormat>
  <Paragraphs>229</Paragraphs>
  <Slides>29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REPLICATE(stringable, count)   AND SPACE(count)</vt:lpstr>
      <vt:lpstr>LEN(stringable)   AND DATALENGTH(stringable)</vt:lpstr>
      <vt:lpstr>LEN(stringable)  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Time</vt:lpstr>
      <vt:lpstr>PowerPoint Presentation</vt:lpstr>
      <vt:lpstr>PowerPoint Presentation</vt:lpstr>
      <vt:lpstr>Putting it all together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2</cp:revision>
  <dcterms:created xsi:type="dcterms:W3CDTF">2023-07-18T22:41:59Z</dcterms:created>
  <dcterms:modified xsi:type="dcterms:W3CDTF">2023-07-24T23:35:38Z</dcterms:modified>
</cp:coreProperties>
</file>