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316" r:id="rId3"/>
    <p:sldId id="257" r:id="rId4"/>
    <p:sldId id="258" r:id="rId5"/>
    <p:sldId id="283" r:id="rId6"/>
    <p:sldId id="315" r:id="rId7"/>
    <p:sldId id="259" r:id="rId8"/>
    <p:sldId id="260" r:id="rId9"/>
    <p:sldId id="282" r:id="rId10"/>
    <p:sldId id="277" r:id="rId11"/>
    <p:sldId id="292" r:id="rId12"/>
    <p:sldId id="293" r:id="rId13"/>
    <p:sldId id="284" r:id="rId14"/>
    <p:sldId id="294" r:id="rId15"/>
    <p:sldId id="281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0" r:id="rId27"/>
    <p:sldId id="297" r:id="rId28"/>
    <p:sldId id="299" r:id="rId29"/>
    <p:sldId id="31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turns into a varchar(8000), and truncates beyond the 8000-character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561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361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385407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3426700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4446-111C-602D-98C7-7AFA37DAD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033" y="5337545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 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  =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3DAEE3-541C-AD77-0C25-DFB5D45F7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918" y="3896302"/>
            <a:ext cx="2687053" cy="813685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C4BC878-5C15-9DE7-13CE-1048A91FB5F5}"/>
              </a:ext>
            </a:extLst>
          </p:cNvPr>
          <p:cNvGraphicFramePr>
            <a:graphicFrameLocks noGrp="1"/>
          </p:cNvGraphicFramePr>
          <p:nvPr/>
        </p:nvGraphicFramePr>
        <p:xfrm>
          <a:off x="957816" y="3270365"/>
          <a:ext cx="1027636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4298">
                  <a:extLst>
                    <a:ext uri="{9D8B030D-6E8A-4147-A177-3AD203B41FA5}">
                      <a16:colId xmlns:a16="http://schemas.microsoft.com/office/drawing/2014/main" val="2222398054"/>
                    </a:ext>
                  </a:extLst>
                </a:gridCol>
                <a:gridCol w="5132069">
                  <a:extLst>
                    <a:ext uri="{9D8B030D-6E8A-4147-A177-3AD203B41FA5}">
                      <a16:colId xmlns:a16="http://schemas.microsoft.com/office/drawing/2014/main" val="29348631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REPLICATE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'-!'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'['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SPACE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']'</a:t>
                      </a:r>
                      <a:endParaRPr lang="en-US" sz="3600" b="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457718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F33579B-7B68-F80E-2AF8-A824F520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218" y="3896302"/>
            <a:ext cx="3394821" cy="85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51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1546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7DEC4A-5235-937C-CB88-252D1BC3D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96A6F0-B9BE-6478-495F-8696318A4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4635816"/>
            <a:ext cx="1524188" cy="1010603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A1FBA8C5-F54E-6FE3-B76B-7520046D24DA}"/>
              </a:ext>
            </a:extLst>
          </p:cNvPr>
          <p:cNvGrpSpPr/>
          <p:nvPr/>
        </p:nvGrpSpPr>
        <p:grpSpPr>
          <a:xfrm>
            <a:off x="838200" y="2266950"/>
            <a:ext cx="10260330" cy="3238500"/>
            <a:chOff x="838200" y="2266950"/>
            <a:chExt cx="10260330" cy="323850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FC9571-1B7B-EE4E-09F4-C66C3EBE4452}"/>
                </a:ext>
              </a:extLst>
            </p:cNvPr>
            <p:cNvCxnSpPr/>
            <p:nvPr/>
          </p:nvCxnSpPr>
          <p:spPr>
            <a:xfrm>
              <a:off x="96012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169C65D-551B-7D73-F13E-DE695F4E6345}"/>
                </a:ext>
              </a:extLst>
            </p:cNvPr>
            <p:cNvCxnSpPr/>
            <p:nvPr/>
          </p:nvCxnSpPr>
          <p:spPr>
            <a:xfrm>
              <a:off x="4621624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C8C5D89-A2E8-3AD5-0AFE-3F9C6C7AB460}"/>
                </a:ext>
              </a:extLst>
            </p:cNvPr>
            <p:cNvCxnSpPr/>
            <p:nvPr/>
          </p:nvCxnSpPr>
          <p:spPr>
            <a:xfrm>
              <a:off x="825246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798F376-54B6-945A-DFBD-C56B91398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2266950"/>
              <a:ext cx="575691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9D3AF69-C4F1-5F0F-F34C-F3430C4ADBF3}"/>
                </a:ext>
              </a:extLst>
            </p:cNvPr>
            <p:cNvCxnSpPr>
              <a:cxnSpLocks/>
            </p:cNvCxnSpPr>
            <p:nvPr/>
          </p:nvCxnSpPr>
          <p:spPr>
            <a:xfrm>
              <a:off x="9281160" y="5505450"/>
              <a:ext cx="6743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9016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257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4975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6C8A63-529D-58E7-4AF1-E050BA05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7C65F-9231-288E-6FCF-F1376512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026" y="4647246"/>
            <a:ext cx="1524188" cy="1010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8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F9427ED-5434-D1C9-DA92-5EC1E08E47A1}"/>
              </a:ext>
            </a:extLst>
          </p:cNvPr>
          <p:cNvSpPr txBox="1"/>
          <p:nvPr/>
        </p:nvSpPr>
        <p:spPr>
          <a:xfrm>
            <a:off x="963930" y="1302039"/>
            <a:ext cx="102641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'ABCDEF-'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@_beforemap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uniqueidentifier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NEWID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C75687-FEFD-818A-60AB-2A4B2FA51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67" y="4642792"/>
            <a:ext cx="6241309" cy="132507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97BF792-0FEE-5817-4853-3CD347D0D894}"/>
              </a:ext>
            </a:extLst>
          </p:cNvPr>
          <p:cNvGrpSpPr/>
          <p:nvPr/>
        </p:nvGrpSpPr>
        <p:grpSpPr>
          <a:xfrm>
            <a:off x="4616767" y="1305998"/>
            <a:ext cx="6241309" cy="4633415"/>
            <a:chOff x="4616767" y="1302039"/>
            <a:chExt cx="6241309" cy="463341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6F33F14-E7D1-347E-C70D-1440C1EAA39C}"/>
                </a:ext>
              </a:extLst>
            </p:cNvPr>
            <p:cNvSpPr txBox="1"/>
            <p:nvPr/>
          </p:nvSpPr>
          <p:spPr>
            <a:xfrm>
              <a:off x="6883400" y="1302039"/>
              <a:ext cx="1930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'ABCDEF- '</a:t>
              </a:r>
              <a:endParaRPr lang="en-US" sz="2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01B3D8-6C73-3338-F7A6-395FC1208646}"/>
                </a:ext>
              </a:extLst>
            </p:cNvPr>
            <p:cNvSpPr txBox="1"/>
            <p:nvPr/>
          </p:nvSpPr>
          <p:spPr>
            <a:xfrm>
              <a:off x="4616767" y="4642792"/>
              <a:ext cx="6241309" cy="129266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The second and third arguments of the TRANSLATE built-in function must contain an equal number of characters.</a:t>
              </a:r>
            </a:p>
            <a:p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9FD45C-05A9-66B4-FF9C-73BA72EF2083}"/>
                </a:ext>
              </a:extLst>
            </p:cNvPr>
            <p:cNvSpPr txBox="1"/>
            <p:nvPr/>
          </p:nvSpPr>
          <p:spPr>
            <a:xfrm>
              <a:off x="8813800" y="1602992"/>
              <a:ext cx="1676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(Trailing space)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586F787-B452-007A-714E-3C29D930D500}"/>
                </a:ext>
              </a:extLst>
            </p:cNvPr>
            <p:cNvCxnSpPr>
              <a:stCxn id="6" idx="1"/>
            </p:cNvCxnSpPr>
            <p:nvPr/>
          </p:nvCxnSpPr>
          <p:spPr>
            <a:xfrm flipH="1" flipV="1">
              <a:off x="8445500" y="1595246"/>
              <a:ext cx="368300" cy="192412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0B9674F-57AA-99C6-CDBC-2622BB51D298}"/>
              </a:ext>
            </a:extLst>
          </p:cNvPr>
          <p:cNvGrpSpPr/>
          <p:nvPr/>
        </p:nvGrpSpPr>
        <p:grpSpPr>
          <a:xfrm>
            <a:off x="2146300" y="2032636"/>
            <a:ext cx="8711776" cy="3935234"/>
            <a:chOff x="2146300" y="2032636"/>
            <a:chExt cx="8711776" cy="393523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448D99-8CAE-77B4-0EAC-1917BD826C76}"/>
                </a:ext>
              </a:extLst>
            </p:cNvPr>
            <p:cNvSpPr txBox="1"/>
            <p:nvPr/>
          </p:nvSpPr>
          <p:spPr>
            <a:xfrm>
              <a:off x="2146300" y="2032636"/>
              <a:ext cx="65913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FF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SPACE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FF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LEN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@_beforemap 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+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'#'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) - 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1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endParaRPr>
            </a:p>
            <a:p>
              <a:endParaRPr lang="en-US" sz="2400" dirty="0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A8765DD-D4B4-AB9F-C2D6-019DF942B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16767" y="4642792"/>
              <a:ext cx="6241309" cy="1325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344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7106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CA3F68A-CC00-CE9B-E92A-6F48FB113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0" y="991239"/>
            <a:ext cx="3380942" cy="19573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8F22E0E-5243-6436-9E54-101DB9722829}"/>
              </a:ext>
            </a:extLst>
          </p:cNvPr>
          <p:cNvGrpSpPr/>
          <p:nvPr/>
        </p:nvGrpSpPr>
        <p:grpSpPr>
          <a:xfrm>
            <a:off x="963522" y="3122681"/>
            <a:ext cx="10264956" cy="2357498"/>
            <a:chOff x="963522" y="3122681"/>
            <a:chExt cx="10264956" cy="235749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6075168-B32E-BBBB-C3A2-9BC376CD9D8B}"/>
                </a:ext>
              </a:extLst>
            </p:cNvPr>
            <p:cNvGrpSpPr/>
            <p:nvPr/>
          </p:nvGrpSpPr>
          <p:grpSpPr>
            <a:xfrm>
              <a:off x="7049190" y="3122681"/>
              <a:ext cx="4179288" cy="2009389"/>
              <a:chOff x="7049190" y="3122681"/>
              <a:chExt cx="4179288" cy="2009389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314EA51-99A6-2CD6-93A6-4DE2E61094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9190" y="3122681"/>
                <a:ext cx="4179288" cy="1957388"/>
              </a:xfrm>
              <a:prstGeom prst="rect">
                <a:avLst/>
              </a:prstGeom>
            </p:spPr>
          </p:pic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9F51898-0056-0438-0AA3-4901FFF1029C}"/>
                  </a:ext>
                </a:extLst>
              </p:cNvPr>
              <p:cNvSpPr/>
              <p:nvPr/>
            </p:nvSpPr>
            <p:spPr>
              <a:xfrm>
                <a:off x="7715250" y="4080510"/>
                <a:ext cx="3371850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C9B985-240D-9F99-08B7-E36E00DEA90A}"/>
                  </a:ext>
                </a:extLst>
              </p:cNvPr>
              <p:cNvSpPr/>
              <p:nvPr/>
            </p:nvSpPr>
            <p:spPr>
              <a:xfrm>
                <a:off x="7715250" y="4731960"/>
                <a:ext cx="3513228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080069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stCxn id="3" idx="3"/>
            </p:cNvCxnSpPr>
            <p:nvPr/>
          </p:nvCxnSpPr>
          <p:spPr>
            <a:xfrm flipV="1">
              <a:off x="3759200" y="4731960"/>
              <a:ext cx="3556000" cy="548164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casts the resulting value into a varchar(8000),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26652</TotalTime>
  <Words>1571</Words>
  <Application>Microsoft Office PowerPoint</Application>
  <PresentationFormat>Widescreen</PresentationFormat>
  <Paragraphs>252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REPLICATE(stringable, count)   AND SPACE(count)</vt:lpstr>
      <vt:lpstr>LEN(stringable)   AND DATALENGTH(stringable)</vt:lpstr>
      <vt:lpstr>LEN(stringable)  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13</cp:revision>
  <dcterms:created xsi:type="dcterms:W3CDTF">2023-07-18T22:41:59Z</dcterms:created>
  <dcterms:modified xsi:type="dcterms:W3CDTF">2024-01-24T00:30:38Z</dcterms:modified>
</cp:coreProperties>
</file>