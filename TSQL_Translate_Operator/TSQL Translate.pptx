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316" r:id="rId3"/>
    <p:sldId id="257" r:id="rId4"/>
    <p:sldId id="258" r:id="rId5"/>
    <p:sldId id="315" r:id="rId6"/>
    <p:sldId id="259" r:id="rId7"/>
    <p:sldId id="260" r:id="rId8"/>
    <p:sldId id="322" r:id="rId9"/>
    <p:sldId id="282" r:id="rId10"/>
    <p:sldId id="318" r:id="rId11"/>
    <p:sldId id="319" r:id="rId12"/>
    <p:sldId id="320" r:id="rId13"/>
    <p:sldId id="321" r:id="rId14"/>
    <p:sldId id="277" r:id="rId15"/>
    <p:sldId id="295" r:id="rId16"/>
    <p:sldId id="287" r:id="rId17"/>
    <p:sldId id="288" r:id="rId18"/>
    <p:sldId id="296" r:id="rId19"/>
    <p:sldId id="289" r:id="rId20"/>
    <p:sldId id="278" r:id="rId21"/>
    <p:sldId id="290" r:id="rId22"/>
    <p:sldId id="280" r:id="rId23"/>
    <p:sldId id="301" r:id="rId24"/>
    <p:sldId id="302" r:id="rId25"/>
    <p:sldId id="300" r:id="rId26"/>
    <p:sldId id="297" r:id="rId27"/>
    <p:sldId id="299" r:id="rId28"/>
    <p:sldId id="31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47" autoAdjust="0"/>
    <p:restoredTop sz="86370" autoAdjust="0"/>
  </p:normalViewPr>
  <p:slideViewPr>
    <p:cSldViewPr snapToGrid="0">
      <p:cViewPr varScale="1">
        <p:scale>
          <a:sx n="78" d="100"/>
          <a:sy n="78" d="100"/>
        </p:scale>
        <p:origin x="9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 F" userId="f003630136abceb0" providerId="LiveId" clId="{525E639F-B0A2-41DD-8345-DCA4498C44F4}"/>
    <pc:docChg chg="undo redo custSel addSld delSld modSld sldOrd">
      <pc:chgData name="Jeff F" userId="f003630136abceb0" providerId="LiveId" clId="{525E639F-B0A2-41DD-8345-DCA4498C44F4}" dt="2023-07-23T23:39:11.348" v="3231" actId="20577"/>
      <pc:docMkLst>
        <pc:docMk/>
      </pc:docMkLst>
      <pc:sldChg chg="addSp delSp modSp mod">
        <pc:chgData name="Jeff F" userId="f003630136abceb0" providerId="LiveId" clId="{525E639F-B0A2-41DD-8345-DCA4498C44F4}" dt="2023-07-22T13:53:27.246" v="1588" actId="1076"/>
        <pc:sldMkLst>
          <pc:docMk/>
          <pc:sldMk cId="4040614481" sldId="256"/>
        </pc:sldMkLst>
        <pc:spChg chg="add mod">
          <ac:chgData name="Jeff F" userId="f003630136abceb0" providerId="LiveId" clId="{525E639F-B0A2-41DD-8345-DCA4498C44F4}" dt="2023-07-22T13:53:27.246" v="1588" actId="1076"/>
          <ac:spMkLst>
            <pc:docMk/>
            <pc:sldMk cId="4040614481" sldId="256"/>
            <ac:spMk id="2" creationId="{C0A837E6-C6D3-8E94-26F7-61AEC17E5634}"/>
          </ac:spMkLst>
        </pc:spChg>
        <pc:spChg chg="del">
          <ac:chgData name="Jeff F" userId="f003630136abceb0" providerId="LiveId" clId="{525E639F-B0A2-41DD-8345-DCA4498C44F4}" dt="2023-07-22T13:51:27.257" v="1511" actId="478"/>
          <ac:spMkLst>
            <pc:docMk/>
            <pc:sldMk cId="4040614481" sldId="256"/>
            <ac:spMk id="4" creationId="{BF899349-A065-6BEE-5383-F2D007FC432D}"/>
          </ac:spMkLst>
        </pc:spChg>
      </pc:sldChg>
      <pc:sldChg chg="delSp modSp mod modNotesTx">
        <pc:chgData name="Jeff F" userId="f003630136abceb0" providerId="LiveId" clId="{525E639F-B0A2-41DD-8345-DCA4498C44F4}" dt="2023-07-22T22:53:45.820" v="2168" actId="20577"/>
        <pc:sldMkLst>
          <pc:docMk/>
          <pc:sldMk cId="3609271250" sldId="257"/>
        </pc:sldMkLst>
        <pc:spChg chg="mod">
          <ac:chgData name="Jeff F" userId="f003630136abceb0" providerId="LiveId" clId="{525E639F-B0A2-41DD-8345-DCA4498C44F4}" dt="2023-07-22T13:53:34.370" v="1589" actId="1076"/>
          <ac:spMkLst>
            <pc:docMk/>
            <pc:sldMk cId="3609271250" sldId="257"/>
            <ac:spMk id="3" creationId="{4884DBA6-B21C-5ADD-9E6A-294ED35CD087}"/>
          </ac:spMkLst>
        </pc:spChg>
        <pc:spChg chg="del">
          <ac:chgData name="Jeff F" userId="f003630136abceb0" providerId="LiveId" clId="{525E639F-B0A2-41DD-8345-DCA4498C44F4}" dt="2023-07-22T13:51:29.544" v="1512" actId="478"/>
          <ac:spMkLst>
            <pc:docMk/>
            <pc:sldMk cId="3609271250" sldId="257"/>
            <ac:spMk id="4" creationId="{BF899349-A065-6BEE-5383-F2D007FC432D}"/>
          </ac:spMkLst>
        </pc:spChg>
      </pc:sldChg>
      <pc:sldChg chg="delSp mod modAnim modNotesTx">
        <pc:chgData name="Jeff F" userId="f003630136abceb0" providerId="LiveId" clId="{525E639F-B0A2-41DD-8345-DCA4498C44F4}" dt="2023-07-22T22:53:53.685" v="2198" actId="20577"/>
        <pc:sldMkLst>
          <pc:docMk/>
          <pc:sldMk cId="1863303274" sldId="258"/>
        </pc:sldMkLst>
        <pc:spChg chg="del">
          <ac:chgData name="Jeff F" userId="f003630136abceb0" providerId="LiveId" clId="{525E639F-B0A2-41DD-8345-DCA4498C44F4}" dt="2023-07-22T13:51:31.966" v="1513" actId="478"/>
          <ac:spMkLst>
            <pc:docMk/>
            <pc:sldMk cId="1863303274" sldId="258"/>
            <ac:spMk id="4" creationId="{BF899349-A065-6BEE-5383-F2D007FC432D}"/>
          </ac:spMkLst>
        </pc:spChg>
        <pc:picChg chg="del">
          <ac:chgData name="Jeff F" userId="f003630136abceb0" providerId="LiveId" clId="{525E639F-B0A2-41DD-8345-DCA4498C44F4}" dt="2023-07-20T00:39:14.279" v="667" actId="478"/>
          <ac:picMkLst>
            <pc:docMk/>
            <pc:sldMk cId="1863303274" sldId="258"/>
            <ac:picMk id="1026" creationId="{53842593-F887-410E-5AE8-1A45AA75A2D7}"/>
          </ac:picMkLst>
        </pc:picChg>
      </pc:sldChg>
      <pc:sldChg chg="delSp modSp mod">
        <pc:chgData name="Jeff F" userId="f003630136abceb0" providerId="LiveId" clId="{525E639F-B0A2-41DD-8345-DCA4498C44F4}" dt="2023-07-22T13:53:46.565" v="1607" actId="1035"/>
        <pc:sldMkLst>
          <pc:docMk/>
          <pc:sldMk cId="2023938809" sldId="259"/>
        </pc:sldMkLst>
        <pc:spChg chg="del">
          <ac:chgData name="Jeff F" userId="f003630136abceb0" providerId="LiveId" clId="{525E639F-B0A2-41DD-8345-DCA4498C44F4}" dt="2023-07-22T13:51:38.290" v="1515" actId="478"/>
          <ac:spMkLst>
            <pc:docMk/>
            <pc:sldMk cId="2023938809" sldId="259"/>
            <ac:spMk id="4" creationId="{BF899349-A065-6BEE-5383-F2D007FC432D}"/>
          </ac:spMkLst>
        </pc:spChg>
        <pc:spChg chg="mod">
          <ac:chgData name="Jeff F" userId="f003630136abceb0" providerId="LiveId" clId="{525E639F-B0A2-41DD-8345-DCA4498C44F4}" dt="2023-07-22T13:53:46.565" v="1607" actId="1035"/>
          <ac:spMkLst>
            <pc:docMk/>
            <pc:sldMk cId="2023938809" sldId="259"/>
            <ac:spMk id="6" creationId="{44410209-5076-4902-0710-FB5CB3CD3FB0}"/>
          </ac:spMkLst>
        </pc:spChg>
        <pc:spChg chg="mod">
          <ac:chgData name="Jeff F" userId="f003630136abceb0" providerId="LiveId" clId="{525E639F-B0A2-41DD-8345-DCA4498C44F4}" dt="2023-07-20T21:06:18.421" v="676" actId="14100"/>
          <ac:spMkLst>
            <pc:docMk/>
            <pc:sldMk cId="2023938809" sldId="259"/>
            <ac:spMk id="18" creationId="{3301A752-56E3-E3B3-FCDF-7108E7DFD799}"/>
          </ac:spMkLst>
        </pc:spChg>
        <pc:grpChg chg="mod">
          <ac:chgData name="Jeff F" userId="f003630136abceb0" providerId="LiveId" clId="{525E639F-B0A2-41DD-8345-DCA4498C44F4}" dt="2023-07-22T13:53:46.565" v="1607" actId="1035"/>
          <ac:grpSpMkLst>
            <pc:docMk/>
            <pc:sldMk cId="2023938809" sldId="259"/>
            <ac:grpSpMk id="19" creationId="{29B0CE83-739D-0A2E-0052-883F3A861FF3}"/>
          </ac:grpSpMkLst>
        </pc:grpChg>
        <pc:grpChg chg="mod">
          <ac:chgData name="Jeff F" userId="f003630136abceb0" providerId="LiveId" clId="{525E639F-B0A2-41DD-8345-DCA4498C44F4}" dt="2023-07-22T13:53:46.565" v="1607" actId="1035"/>
          <ac:grpSpMkLst>
            <pc:docMk/>
            <pc:sldMk cId="2023938809" sldId="259"/>
            <ac:grpSpMk id="24" creationId="{6B584DC2-0267-771C-57F5-14518C56C815}"/>
          </ac:grpSpMkLst>
        </pc:grpChg>
        <pc:graphicFrameChg chg="mod">
          <ac:chgData name="Jeff F" userId="f003630136abceb0" providerId="LiveId" clId="{525E639F-B0A2-41DD-8345-DCA4498C44F4}" dt="2023-07-22T13:53:46.565" v="1607" actId="1035"/>
          <ac:graphicFrameMkLst>
            <pc:docMk/>
            <pc:sldMk cId="2023938809" sldId="259"/>
            <ac:graphicFrameMk id="2" creationId="{C727B97C-8C84-B0CF-9EE9-509843AFEC5B}"/>
          </ac:graphicFrameMkLst>
        </pc:graphicFrameChg>
      </pc:sldChg>
      <pc:sldChg chg="delSp mod">
        <pc:chgData name="Jeff F" userId="f003630136abceb0" providerId="LiveId" clId="{525E639F-B0A2-41DD-8345-DCA4498C44F4}" dt="2023-07-22T13:51:40.851" v="1516" actId="478"/>
        <pc:sldMkLst>
          <pc:docMk/>
          <pc:sldMk cId="716521506" sldId="260"/>
        </pc:sldMkLst>
        <pc:spChg chg="del">
          <ac:chgData name="Jeff F" userId="f003630136abceb0" providerId="LiveId" clId="{525E639F-B0A2-41DD-8345-DCA4498C44F4}" dt="2023-07-22T13:51:40.851" v="1516" actId="478"/>
          <ac:spMkLst>
            <pc:docMk/>
            <pc:sldMk cId="716521506" sldId="260"/>
            <ac:spMk id="4" creationId="{BF899349-A065-6BEE-5383-F2D007FC432D}"/>
          </ac:spMkLst>
        </pc:spChg>
      </pc:sldChg>
      <pc:sldChg chg="del">
        <pc:chgData name="Jeff F" userId="f003630136abceb0" providerId="LiveId" clId="{525E639F-B0A2-41DD-8345-DCA4498C44F4}" dt="2023-07-19T23:43:32.226" v="140" actId="2696"/>
        <pc:sldMkLst>
          <pc:docMk/>
          <pc:sldMk cId="476918405" sldId="261"/>
        </pc:sldMkLst>
      </pc:sldChg>
      <pc:sldChg chg="addSp delSp modSp mod">
        <pc:chgData name="Jeff F" userId="f003630136abceb0" providerId="LiveId" clId="{525E639F-B0A2-41DD-8345-DCA4498C44F4}" dt="2023-07-22T13:54:22.025" v="1609" actId="1076"/>
        <pc:sldMkLst>
          <pc:docMk/>
          <pc:sldMk cId="3831394830" sldId="277"/>
        </pc:sldMkLst>
        <pc:spChg chg="del">
          <ac:chgData name="Jeff F" userId="f003630136abceb0" providerId="LiveId" clId="{525E639F-B0A2-41DD-8345-DCA4498C44F4}" dt="2023-07-20T21:20:50.331" v="712" actId="478"/>
          <ac:spMkLst>
            <pc:docMk/>
            <pc:sldMk cId="3831394830" sldId="277"/>
            <ac:spMk id="2" creationId="{69E5335F-BD36-FF60-9589-F69DED5C8CF2}"/>
          </ac:spMkLst>
        </pc:spChg>
        <pc:spChg chg="del">
          <ac:chgData name="Jeff F" userId="f003630136abceb0" providerId="LiveId" clId="{525E639F-B0A2-41DD-8345-DCA4498C44F4}" dt="2023-07-20T21:21:05.204" v="716" actId="478"/>
          <ac:spMkLst>
            <pc:docMk/>
            <pc:sldMk cId="3831394830" sldId="277"/>
            <ac:spMk id="3" creationId="{A18C4446-111C-602D-98C7-7AFA37DAD986}"/>
          </ac:spMkLst>
        </pc:spChg>
        <pc:spChg chg="del">
          <ac:chgData name="Jeff F" userId="f003630136abceb0" providerId="LiveId" clId="{525E639F-B0A2-41DD-8345-DCA4498C44F4}" dt="2023-07-22T13:51:49.365" v="1518" actId="478"/>
          <ac:spMkLst>
            <pc:docMk/>
            <pc:sldMk cId="3831394830" sldId="277"/>
            <ac:spMk id="4" creationId="{1C2D0A55-2FB7-5164-9931-757435DCD089}"/>
          </ac:spMkLst>
        </pc:spChg>
        <pc:spChg chg="add del mod">
          <ac:chgData name="Jeff F" userId="f003630136abceb0" providerId="LiveId" clId="{525E639F-B0A2-41DD-8345-DCA4498C44F4}" dt="2023-07-20T21:20:53.224" v="713" actId="478"/>
          <ac:spMkLst>
            <pc:docMk/>
            <pc:sldMk cId="3831394830" sldId="277"/>
            <ac:spMk id="7" creationId="{AEAE3A2E-F61F-CFA2-933F-D87342F7BAA1}"/>
          </ac:spMkLst>
        </pc:spChg>
        <pc:spChg chg="add mod">
          <ac:chgData name="Jeff F" userId="f003630136abceb0" providerId="LiveId" clId="{525E639F-B0A2-41DD-8345-DCA4498C44F4}" dt="2023-07-20T21:28:27.131" v="761" actId="255"/>
          <ac:spMkLst>
            <pc:docMk/>
            <pc:sldMk cId="3831394830" sldId="277"/>
            <ac:spMk id="11" creationId="{29EE55F7-A509-833B-6B17-93F3A4528D73}"/>
          </ac:spMkLst>
        </pc:spChg>
        <pc:spChg chg="add mod">
          <ac:chgData name="Jeff F" userId="f003630136abceb0" providerId="LiveId" clId="{525E639F-B0A2-41DD-8345-DCA4498C44F4}" dt="2023-07-22T13:54:22.025" v="1609" actId="1076"/>
          <ac:spMkLst>
            <pc:docMk/>
            <pc:sldMk cId="3831394830" sldId="277"/>
            <ac:spMk id="16" creationId="{518F514F-F40E-03CC-E40C-F65960AC64B5}"/>
          </ac:spMkLst>
        </pc:spChg>
        <pc:graphicFrameChg chg="del">
          <ac:chgData name="Jeff F" userId="f003630136abceb0" providerId="LiveId" clId="{525E639F-B0A2-41DD-8345-DCA4498C44F4}" dt="2023-07-20T21:20:59.824" v="715" actId="478"/>
          <ac:graphicFrameMkLst>
            <pc:docMk/>
            <pc:sldMk cId="3831394830" sldId="277"/>
            <ac:graphicFrameMk id="5" creationId="{BC4BC878-5C15-9DE7-13CE-1048A91FB5F5}"/>
          </ac:graphicFrameMkLst>
        </pc:graphicFrameChg>
        <pc:picChg chg="del">
          <ac:chgData name="Jeff F" userId="f003630136abceb0" providerId="LiveId" clId="{525E639F-B0A2-41DD-8345-DCA4498C44F4}" dt="2023-07-20T21:20:57.303" v="714" actId="478"/>
          <ac:picMkLst>
            <pc:docMk/>
            <pc:sldMk cId="3831394830" sldId="277"/>
            <ac:picMk id="9" creationId="{3F33579B-7B68-F80E-2AF8-A824F520E537}"/>
          </ac:picMkLst>
        </pc:picChg>
        <pc:picChg chg="del">
          <ac:chgData name="Jeff F" userId="f003630136abceb0" providerId="LiveId" clId="{525E639F-B0A2-41DD-8345-DCA4498C44F4}" dt="2023-07-20T21:20:57.303" v="714" actId="478"/>
          <ac:picMkLst>
            <pc:docMk/>
            <pc:sldMk cId="3831394830" sldId="277"/>
            <ac:picMk id="10" creationId="{3C3DAEE3-541C-AD77-0C25-DFB5D45F7C9F}"/>
          </ac:picMkLst>
        </pc:picChg>
        <pc:picChg chg="add del mod">
          <ac:chgData name="Jeff F" userId="f003630136abceb0" providerId="LiveId" clId="{525E639F-B0A2-41DD-8345-DCA4498C44F4}" dt="2023-07-20T21:28:03.152" v="755" actId="478"/>
          <ac:picMkLst>
            <pc:docMk/>
            <pc:sldMk cId="3831394830" sldId="277"/>
            <ac:picMk id="13" creationId="{7B5CF950-976C-121F-CE26-C27E34D95E40}"/>
          </ac:picMkLst>
        </pc:picChg>
        <pc:picChg chg="add mod">
          <ac:chgData name="Jeff F" userId="f003630136abceb0" providerId="LiveId" clId="{525E639F-B0A2-41DD-8345-DCA4498C44F4}" dt="2023-07-20T21:28:37.661" v="763" actId="1076"/>
          <ac:picMkLst>
            <pc:docMk/>
            <pc:sldMk cId="3831394830" sldId="277"/>
            <ac:picMk id="15" creationId="{7A6D75F5-155B-D3E2-F1CD-F036230D5073}"/>
          </ac:picMkLst>
        </pc:picChg>
      </pc:sldChg>
      <pc:sldChg chg="addSp delSp modSp add mod delAnim modAnim">
        <pc:chgData name="Jeff F" userId="f003630136abceb0" providerId="LiveId" clId="{525E639F-B0A2-41DD-8345-DCA4498C44F4}" dt="2023-07-22T13:52:10.907" v="1525" actId="478"/>
        <pc:sldMkLst>
          <pc:docMk/>
          <pc:sldMk cId="3189308600" sldId="278"/>
        </pc:sldMkLst>
        <pc:spChg chg="del">
          <ac:chgData name="Jeff F" userId="f003630136abceb0" providerId="LiveId" clId="{525E639F-B0A2-41DD-8345-DCA4498C44F4}" dt="2023-07-22T13:52:10.907" v="1525" actId="478"/>
          <ac:spMkLst>
            <pc:docMk/>
            <pc:sldMk cId="3189308600" sldId="278"/>
            <ac:spMk id="4" creationId="{BF899349-A065-6BEE-5383-F2D007FC432D}"/>
          </ac:spMkLst>
        </pc:spChg>
        <pc:spChg chg="mod">
          <ac:chgData name="Jeff F" userId="f003630136abceb0" providerId="LiveId" clId="{525E639F-B0A2-41DD-8345-DCA4498C44F4}" dt="2023-07-21T14:38:26.045" v="1299" actId="20577"/>
          <ac:spMkLst>
            <pc:docMk/>
            <pc:sldMk cId="3189308600" sldId="278"/>
            <ac:spMk id="6" creationId="{44410209-5076-4902-0710-FB5CB3CD3FB0}"/>
          </ac:spMkLst>
        </pc:spChg>
        <pc:picChg chg="add del mod">
          <ac:chgData name="Jeff F" userId="f003630136abceb0" providerId="LiveId" clId="{525E639F-B0A2-41DD-8345-DCA4498C44F4}" dt="2023-07-21T14:37:15.307" v="1265" actId="478"/>
          <ac:picMkLst>
            <pc:docMk/>
            <pc:sldMk cId="3189308600" sldId="278"/>
            <ac:picMk id="3" creationId="{16D56761-F46B-8FDE-4B54-F4B711381A17}"/>
          </ac:picMkLst>
        </pc:picChg>
        <pc:picChg chg="add mod">
          <ac:chgData name="Jeff F" userId="f003630136abceb0" providerId="LiveId" clId="{525E639F-B0A2-41DD-8345-DCA4498C44F4}" dt="2023-07-21T14:38:01.853" v="1274" actId="1076"/>
          <ac:picMkLst>
            <pc:docMk/>
            <pc:sldMk cId="3189308600" sldId="278"/>
            <ac:picMk id="5" creationId="{29CDD380-AB62-62C1-E1AA-3313C72543EE}"/>
          </ac:picMkLst>
        </pc:picChg>
        <pc:picChg chg="del">
          <ac:chgData name="Jeff F" userId="f003630136abceb0" providerId="LiveId" clId="{525E639F-B0A2-41DD-8345-DCA4498C44F4}" dt="2023-07-19T23:28:00.053" v="3" actId="478"/>
          <ac:picMkLst>
            <pc:docMk/>
            <pc:sldMk cId="3189308600" sldId="278"/>
            <ac:picMk id="5" creationId="{DE16CBFB-4322-4C7A-6C4A-DF03C4F04359}"/>
          </ac:picMkLst>
        </pc:picChg>
      </pc:sldChg>
      <pc:sldChg chg="add del">
        <pc:chgData name="Jeff F" userId="f003630136abceb0" providerId="LiveId" clId="{525E639F-B0A2-41DD-8345-DCA4498C44F4}" dt="2023-07-19T23:43:56.845" v="141" actId="2696"/>
        <pc:sldMkLst>
          <pc:docMk/>
          <pc:sldMk cId="3045450915" sldId="279"/>
        </pc:sldMkLst>
      </pc:sldChg>
      <pc:sldChg chg="addSp delSp modSp add mod delAnim modAnim">
        <pc:chgData name="Jeff F" userId="f003630136abceb0" providerId="LiveId" clId="{525E639F-B0A2-41DD-8345-DCA4498C44F4}" dt="2023-07-22T13:52:15.734" v="1527" actId="478"/>
        <pc:sldMkLst>
          <pc:docMk/>
          <pc:sldMk cId="948458028" sldId="280"/>
        </pc:sldMkLst>
        <pc:spChg chg="del">
          <ac:chgData name="Jeff F" userId="f003630136abceb0" providerId="LiveId" clId="{525E639F-B0A2-41DD-8345-DCA4498C44F4}" dt="2023-07-22T13:52:15.734" v="1527" actId="478"/>
          <ac:spMkLst>
            <pc:docMk/>
            <pc:sldMk cId="948458028" sldId="280"/>
            <ac:spMk id="4" creationId="{BF899349-A065-6BEE-5383-F2D007FC432D}"/>
          </ac:spMkLst>
        </pc:spChg>
        <pc:spChg chg="add mod">
          <ac:chgData name="Jeff F" userId="f003630136abceb0" providerId="LiveId" clId="{525E639F-B0A2-41DD-8345-DCA4498C44F4}" dt="2023-07-21T20:08:31.274" v="1332" actId="692"/>
          <ac:spMkLst>
            <pc:docMk/>
            <pc:sldMk cId="948458028" sldId="280"/>
            <ac:spMk id="5" creationId="{08BA0582-EDE7-46F8-7B9A-33D4A979CB3E}"/>
          </ac:spMkLst>
        </pc:spChg>
        <pc:spChg chg="mod">
          <ac:chgData name="Jeff F" userId="f003630136abceb0" providerId="LiveId" clId="{525E639F-B0A2-41DD-8345-DCA4498C44F4}" dt="2023-07-21T14:38:13.375" v="1286" actId="6549"/>
          <ac:spMkLst>
            <pc:docMk/>
            <pc:sldMk cId="948458028" sldId="280"/>
            <ac:spMk id="6" creationId="{44410209-5076-4902-0710-FB5CB3CD3FB0}"/>
          </ac:spMkLst>
        </pc:spChg>
        <pc:spChg chg="add mod">
          <ac:chgData name="Jeff F" userId="f003630136abceb0" providerId="LiveId" clId="{525E639F-B0A2-41DD-8345-DCA4498C44F4}" dt="2023-07-21T20:08:59.671" v="1339" actId="14100"/>
          <ac:spMkLst>
            <pc:docMk/>
            <pc:sldMk cId="948458028" sldId="280"/>
            <ac:spMk id="7" creationId="{8B95CEC2-2276-A504-0A2D-FC201EDB9A07}"/>
          </ac:spMkLst>
        </pc:spChg>
        <pc:picChg chg="del">
          <ac:chgData name="Jeff F" userId="f003630136abceb0" providerId="LiveId" clId="{525E639F-B0A2-41DD-8345-DCA4498C44F4}" dt="2023-07-19T23:35:56.426" v="52" actId="478"/>
          <ac:picMkLst>
            <pc:docMk/>
            <pc:sldMk cId="948458028" sldId="280"/>
            <ac:picMk id="3" creationId="{16D56761-F46B-8FDE-4B54-F4B711381A17}"/>
          </ac:picMkLst>
        </pc:picChg>
        <pc:picChg chg="add mod">
          <ac:chgData name="Jeff F" userId="f003630136abceb0" providerId="LiveId" clId="{525E639F-B0A2-41DD-8345-DCA4498C44F4}" dt="2023-07-21T14:37:56.469" v="1273" actId="1076"/>
          <ac:picMkLst>
            <pc:docMk/>
            <pc:sldMk cId="948458028" sldId="280"/>
            <ac:picMk id="3" creationId="{5D2B1B6B-ABDB-C155-E617-8503CAACD105}"/>
          </ac:picMkLst>
        </pc:picChg>
        <pc:picChg chg="add del mod">
          <ac:chgData name="Jeff F" userId="f003630136abceb0" providerId="LiveId" clId="{525E639F-B0A2-41DD-8345-DCA4498C44F4}" dt="2023-07-19T23:37:20.035" v="57" actId="478"/>
          <ac:picMkLst>
            <pc:docMk/>
            <pc:sldMk cId="948458028" sldId="280"/>
            <ac:picMk id="5" creationId="{8B3DC4DB-83C1-60ED-DCF6-F42EB1194666}"/>
          </ac:picMkLst>
        </pc:picChg>
        <pc:picChg chg="add del mod">
          <ac:chgData name="Jeff F" userId="f003630136abceb0" providerId="LiveId" clId="{525E639F-B0A2-41DD-8345-DCA4498C44F4}" dt="2023-07-21T14:37:42.835" v="1269" actId="478"/>
          <ac:picMkLst>
            <pc:docMk/>
            <pc:sldMk cId="948458028" sldId="280"/>
            <ac:picMk id="8" creationId="{B4ABF3BF-B78D-55F2-7C87-B9FB8978E651}"/>
          </ac:picMkLst>
        </pc:picChg>
        <pc:cxnChg chg="add mod">
          <ac:chgData name="Jeff F" userId="f003630136abceb0" providerId="LiveId" clId="{525E639F-B0A2-41DD-8345-DCA4498C44F4}" dt="2023-07-21T20:10:07.130" v="1354" actId="692"/>
          <ac:cxnSpMkLst>
            <pc:docMk/>
            <pc:sldMk cId="948458028" sldId="280"/>
            <ac:cxnSpMk id="10" creationId="{A4AD0C74-E43E-5D75-FAD8-739E01DB3B9C}"/>
          </ac:cxnSpMkLst>
        </pc:cxnChg>
      </pc:sldChg>
      <pc:sldChg chg="addSp delSp modSp add mod delAnim modAnim">
        <pc:chgData name="Jeff F" userId="f003630136abceb0" providerId="LiveId" clId="{525E639F-B0A2-41DD-8345-DCA4498C44F4}" dt="2023-07-22T14:31:27.685" v="1943" actId="13926"/>
        <pc:sldMkLst>
          <pc:docMk/>
          <pc:sldMk cId="3883440234" sldId="281"/>
        </pc:sldMkLst>
        <pc:spChg chg="del">
          <ac:chgData name="Jeff F" userId="f003630136abceb0" providerId="LiveId" clId="{525E639F-B0A2-41DD-8345-DCA4498C44F4}" dt="2023-07-22T13:51:55.208" v="1520" actId="478"/>
          <ac:spMkLst>
            <pc:docMk/>
            <pc:sldMk cId="3883440234" sldId="281"/>
            <ac:spMk id="4" creationId="{BF899349-A065-6BEE-5383-F2D007FC432D}"/>
          </ac:spMkLst>
        </pc:spChg>
        <pc:spChg chg="del mod">
          <ac:chgData name="Jeff F" userId="f003630136abceb0" providerId="LiveId" clId="{525E639F-B0A2-41DD-8345-DCA4498C44F4}" dt="2023-07-19T23:40:04.627" v="68"/>
          <ac:spMkLst>
            <pc:docMk/>
            <pc:sldMk cId="3883440234" sldId="281"/>
            <ac:spMk id="6" creationId="{44410209-5076-4902-0710-FB5CB3CD3FB0}"/>
          </ac:spMkLst>
        </pc:spChg>
        <pc:spChg chg="add mod">
          <ac:chgData name="Jeff F" userId="f003630136abceb0" providerId="LiveId" clId="{525E639F-B0A2-41DD-8345-DCA4498C44F4}" dt="2023-07-22T14:31:27.685" v="1943" actId="13926"/>
          <ac:spMkLst>
            <pc:docMk/>
            <pc:sldMk cId="3883440234" sldId="281"/>
            <ac:spMk id="8" creationId="{AF9427ED-5434-D1C9-DA92-5EC1E08E47A1}"/>
          </ac:spMkLst>
        </pc:spChg>
        <pc:picChg chg="add del mod">
          <ac:chgData name="Jeff F" userId="f003630136abceb0" providerId="LiveId" clId="{525E639F-B0A2-41DD-8345-DCA4498C44F4}" dt="2023-07-19T23:40:29.506" v="71" actId="478"/>
          <ac:picMkLst>
            <pc:docMk/>
            <pc:sldMk cId="3883440234" sldId="281"/>
            <ac:picMk id="3" creationId="{495F02C9-7A64-35B5-2B33-2969198056EB}"/>
          </ac:picMkLst>
        </pc:picChg>
        <pc:picChg chg="del">
          <ac:chgData name="Jeff F" userId="f003630136abceb0" providerId="LiveId" clId="{525E639F-B0A2-41DD-8345-DCA4498C44F4}" dt="2023-07-19T23:41:05.460" v="96" actId="478"/>
          <ac:picMkLst>
            <pc:docMk/>
            <pc:sldMk cId="3883440234" sldId="281"/>
            <ac:picMk id="5" creationId="{DE16CBFB-4322-4C7A-6C4A-DF03C4F04359}"/>
          </ac:picMkLst>
        </pc:picChg>
        <pc:picChg chg="add del mod">
          <ac:chgData name="Jeff F" userId="f003630136abceb0" providerId="LiveId" clId="{525E639F-B0A2-41DD-8345-DCA4498C44F4}" dt="2023-07-20T00:24:49.548" v="661" actId="478"/>
          <ac:picMkLst>
            <pc:docMk/>
            <pc:sldMk cId="3883440234" sldId="281"/>
            <ac:picMk id="10" creationId="{F8E0E8D6-4EFE-3F09-A714-E123B57F3699}"/>
          </ac:picMkLst>
        </pc:picChg>
        <pc:picChg chg="add mod">
          <ac:chgData name="Jeff F" userId="f003630136abceb0" providerId="LiveId" clId="{525E639F-B0A2-41DD-8345-DCA4498C44F4}" dt="2023-07-20T00:24:56.657" v="664" actId="1076"/>
          <ac:picMkLst>
            <pc:docMk/>
            <pc:sldMk cId="3883440234" sldId="281"/>
            <ac:picMk id="12" creationId="{8BC75687-FEFD-818A-60AB-2A4B2FA515FE}"/>
          </ac:picMkLst>
        </pc:picChg>
      </pc:sldChg>
      <pc:sldChg chg="addSp delSp modSp add mod delAnim modAnim">
        <pc:chgData name="Jeff F" userId="f003630136abceb0" providerId="LiveId" clId="{525E639F-B0A2-41DD-8345-DCA4498C44F4}" dt="2023-07-22T23:03:32.683" v="2495" actId="255"/>
        <pc:sldMkLst>
          <pc:docMk/>
          <pc:sldMk cId="1393047441" sldId="282"/>
        </pc:sldMkLst>
        <pc:spChg chg="add mod">
          <ac:chgData name="Jeff F" userId="f003630136abceb0" providerId="LiveId" clId="{525E639F-B0A2-41DD-8345-DCA4498C44F4}" dt="2023-07-20T21:10:34.680" v="703" actId="1076"/>
          <ac:spMkLst>
            <pc:docMk/>
            <pc:sldMk cId="1393047441" sldId="282"/>
            <ac:spMk id="2" creationId="{F3EDE160-7D69-8F14-2226-A936D76799A3}"/>
          </ac:spMkLst>
        </pc:spChg>
        <pc:spChg chg="del">
          <ac:chgData name="Jeff F" userId="f003630136abceb0" providerId="LiveId" clId="{525E639F-B0A2-41DD-8345-DCA4498C44F4}" dt="2023-07-22T13:51:45.132" v="1517" actId="478"/>
          <ac:spMkLst>
            <pc:docMk/>
            <pc:sldMk cId="1393047441" sldId="282"/>
            <ac:spMk id="4" creationId="{BF899349-A065-6BEE-5383-F2D007FC432D}"/>
          </ac:spMkLst>
        </pc:spChg>
        <pc:spChg chg="mod">
          <ac:chgData name="Jeff F" userId="f003630136abceb0" providerId="LiveId" clId="{525E639F-B0A2-41DD-8345-DCA4498C44F4}" dt="2023-07-22T23:03:28.208" v="2494" actId="14100"/>
          <ac:spMkLst>
            <pc:docMk/>
            <pc:sldMk cId="1393047441" sldId="282"/>
            <ac:spMk id="6" creationId="{44410209-5076-4902-0710-FB5CB3CD3FB0}"/>
          </ac:spMkLst>
        </pc:spChg>
        <pc:spChg chg="add mod">
          <ac:chgData name="Jeff F" userId="f003630136abceb0" providerId="LiveId" clId="{525E639F-B0A2-41DD-8345-DCA4498C44F4}" dt="2023-07-22T13:54:14.199" v="1608" actId="1076"/>
          <ac:spMkLst>
            <pc:docMk/>
            <pc:sldMk cId="1393047441" sldId="282"/>
            <ac:spMk id="8" creationId="{604B7F01-18FC-0134-829F-DE82552E8BE8}"/>
          </ac:spMkLst>
        </pc:spChg>
        <pc:spChg chg="add mod">
          <ac:chgData name="Jeff F" userId="f003630136abceb0" providerId="LiveId" clId="{525E639F-B0A2-41DD-8345-DCA4498C44F4}" dt="2023-07-22T23:03:32.683" v="2495" actId="255"/>
          <ac:spMkLst>
            <pc:docMk/>
            <pc:sldMk cId="1393047441" sldId="282"/>
            <ac:spMk id="10" creationId="{D9D26083-FA3C-901C-884B-A94F10A0D1FB}"/>
          </ac:spMkLst>
        </pc:spChg>
        <pc:spChg chg="add mod">
          <ac:chgData name="Jeff F" userId="f003630136abceb0" providerId="LiveId" clId="{525E639F-B0A2-41DD-8345-DCA4498C44F4}" dt="2023-07-22T14:22:24.708" v="1903" actId="1076"/>
          <ac:spMkLst>
            <pc:docMk/>
            <pc:sldMk cId="1393047441" sldId="282"/>
            <ac:spMk id="13" creationId="{2B23E60F-B8F5-C3A2-3174-0B72A33E9786}"/>
          </ac:spMkLst>
        </pc:spChg>
        <pc:spChg chg="add mod">
          <ac:chgData name="Jeff F" userId="f003630136abceb0" providerId="LiveId" clId="{525E639F-B0A2-41DD-8345-DCA4498C44F4}" dt="2023-07-22T14:22:22.460" v="1902" actId="1076"/>
          <ac:spMkLst>
            <pc:docMk/>
            <pc:sldMk cId="1393047441" sldId="282"/>
            <ac:spMk id="14" creationId="{A274B8B0-A303-1D1D-3E99-08F362298D87}"/>
          </ac:spMkLst>
        </pc:spChg>
        <pc:spChg chg="add mod">
          <ac:chgData name="Jeff F" userId="f003630136abceb0" providerId="LiveId" clId="{525E639F-B0A2-41DD-8345-DCA4498C44F4}" dt="2023-07-22T14:22:26.884" v="1904" actId="1076"/>
          <ac:spMkLst>
            <pc:docMk/>
            <pc:sldMk cId="1393047441" sldId="282"/>
            <ac:spMk id="15" creationId="{4E95F8E7-F4ED-2BD1-D94C-38120D18DDD4}"/>
          </ac:spMkLst>
        </pc:spChg>
        <pc:spChg chg="add mod">
          <ac:chgData name="Jeff F" userId="f003630136abceb0" providerId="LiveId" clId="{525E639F-B0A2-41DD-8345-DCA4498C44F4}" dt="2023-07-20T21:11:04.449" v="710" actId="1076"/>
          <ac:spMkLst>
            <pc:docMk/>
            <pc:sldMk cId="1393047441" sldId="282"/>
            <ac:spMk id="16" creationId="{49ED86D3-6D21-34D8-CF80-4CEED75C90B6}"/>
          </ac:spMkLst>
        </pc:spChg>
        <pc:spChg chg="add mod">
          <ac:chgData name="Jeff F" userId="f003630136abceb0" providerId="LiveId" clId="{525E639F-B0A2-41DD-8345-DCA4498C44F4}" dt="2023-07-20T21:08:35.130" v="681" actId="767"/>
          <ac:spMkLst>
            <pc:docMk/>
            <pc:sldMk cId="1393047441" sldId="282"/>
            <ac:spMk id="17" creationId="{B3435BAF-BCE3-BA22-9B52-7A37E3EE1481}"/>
          </ac:spMkLst>
        </pc:spChg>
        <pc:picChg chg="add mod">
          <ac:chgData name="Jeff F" userId="f003630136abceb0" providerId="LiveId" clId="{525E639F-B0A2-41DD-8345-DCA4498C44F4}" dt="2023-07-19T23:52:20.282" v="197" actId="1076"/>
          <ac:picMkLst>
            <pc:docMk/>
            <pc:sldMk cId="1393047441" sldId="282"/>
            <ac:picMk id="3" creationId="{C5DAC873-F9E8-47FF-1565-EB69C5EBDF62}"/>
          </ac:picMkLst>
        </pc:picChg>
        <pc:picChg chg="del">
          <ac:chgData name="Jeff F" userId="f003630136abceb0" providerId="LiveId" clId="{525E639F-B0A2-41DD-8345-DCA4498C44F4}" dt="2023-07-19T23:51:10.755" v="168" actId="478"/>
          <ac:picMkLst>
            <pc:docMk/>
            <pc:sldMk cId="1393047441" sldId="282"/>
            <ac:picMk id="5" creationId="{DE16CBFB-4322-4C7A-6C4A-DF03C4F04359}"/>
          </ac:picMkLst>
        </pc:picChg>
        <pc:picChg chg="add mod">
          <ac:chgData name="Jeff F" userId="f003630136abceb0" providerId="LiveId" clId="{525E639F-B0A2-41DD-8345-DCA4498C44F4}" dt="2023-07-19T23:53:55.009" v="204" actId="1076"/>
          <ac:picMkLst>
            <pc:docMk/>
            <pc:sldMk cId="1393047441" sldId="282"/>
            <ac:picMk id="12" creationId="{2FB8AAB5-D999-1FB5-A135-CE07AE425384}"/>
          </ac:picMkLst>
        </pc:picChg>
      </pc:sldChg>
      <pc:sldChg chg="delSp modSp add mod modNotesTx">
        <pc:chgData name="Jeff F" userId="f003630136abceb0" providerId="LiveId" clId="{525E639F-B0A2-41DD-8345-DCA4498C44F4}" dt="2023-07-22T22:55:03.724" v="2406" actId="20577"/>
        <pc:sldMkLst>
          <pc:docMk/>
          <pc:sldMk cId="3047052231" sldId="283"/>
        </pc:sldMkLst>
        <pc:spChg chg="mod">
          <ac:chgData name="Jeff F" userId="f003630136abceb0" providerId="LiveId" clId="{525E639F-B0A2-41DD-8345-DCA4498C44F4}" dt="2023-07-20T00:39:51.440" v="669" actId="207"/>
          <ac:spMkLst>
            <pc:docMk/>
            <pc:sldMk cId="3047052231" sldId="283"/>
            <ac:spMk id="3" creationId="{4884DBA6-B21C-5ADD-9E6A-294ED35CD087}"/>
          </ac:spMkLst>
        </pc:spChg>
        <pc:spChg chg="del">
          <ac:chgData name="Jeff F" userId="f003630136abceb0" providerId="LiveId" clId="{525E639F-B0A2-41DD-8345-DCA4498C44F4}" dt="2023-07-22T13:51:34.449" v="1514" actId="478"/>
          <ac:spMkLst>
            <pc:docMk/>
            <pc:sldMk cId="3047052231" sldId="283"/>
            <ac:spMk id="4" creationId="{BF899349-A065-6BEE-5383-F2D007FC432D}"/>
          </ac:spMkLst>
        </pc:spChg>
        <pc:picChg chg="mod">
          <ac:chgData name="Jeff F" userId="f003630136abceb0" providerId="LiveId" clId="{525E639F-B0A2-41DD-8345-DCA4498C44F4}" dt="2023-07-22T01:38:15.999" v="1386" actId="1076"/>
          <ac:picMkLst>
            <pc:docMk/>
            <pc:sldMk cId="3047052231" sldId="283"/>
            <ac:picMk id="1026" creationId="{53842593-F887-410E-5AE8-1A45AA75A2D7}"/>
          </ac:picMkLst>
        </pc:picChg>
      </pc:sldChg>
      <pc:sldChg chg="addSp delSp modSp add mod ord modAnim">
        <pc:chgData name="Jeff F" userId="f003630136abceb0" providerId="LiveId" clId="{525E639F-B0A2-41DD-8345-DCA4498C44F4}" dt="2023-07-22T15:11:54.354" v="1968"/>
        <pc:sldMkLst>
          <pc:docMk/>
          <pc:sldMk cId="4290165803" sldId="284"/>
        </pc:sldMkLst>
        <pc:spChg chg="mod">
          <ac:chgData name="Jeff F" userId="f003630136abceb0" providerId="LiveId" clId="{525E639F-B0A2-41DD-8345-DCA4498C44F4}" dt="2023-07-22T13:57:54.961" v="1684" actId="20577"/>
          <ac:spMkLst>
            <pc:docMk/>
            <pc:sldMk cId="4290165803" sldId="284"/>
            <ac:spMk id="2" creationId="{69E5335F-BD36-FF60-9589-F69DED5C8CF2}"/>
          </ac:spMkLst>
        </pc:spChg>
        <pc:spChg chg="del mod">
          <ac:chgData name="Jeff F" userId="f003630136abceb0" providerId="LiveId" clId="{525E639F-B0A2-41DD-8345-DCA4498C44F4}" dt="2023-07-22T14:06:35.398" v="1689" actId="478"/>
          <ac:spMkLst>
            <pc:docMk/>
            <pc:sldMk cId="4290165803" sldId="284"/>
            <ac:spMk id="3" creationId="{A18C4446-111C-602D-98C7-7AFA37DAD986}"/>
          </ac:spMkLst>
        </pc:spChg>
        <pc:spChg chg="del">
          <ac:chgData name="Jeff F" userId="f003630136abceb0" providerId="LiveId" clId="{525E639F-B0A2-41DD-8345-DCA4498C44F4}" dt="2023-07-22T13:51:57.520" v="1521" actId="478"/>
          <ac:spMkLst>
            <pc:docMk/>
            <pc:sldMk cId="4290165803" sldId="284"/>
            <ac:spMk id="4" creationId="{1C2D0A55-2FB7-5164-9931-757435DCD089}"/>
          </ac:spMkLst>
        </pc:spChg>
        <pc:spChg chg="add del mod">
          <ac:chgData name="Jeff F" userId="f003630136abceb0" providerId="LiveId" clId="{525E639F-B0A2-41DD-8345-DCA4498C44F4}" dt="2023-07-22T14:06:40.178" v="1690" actId="478"/>
          <ac:spMkLst>
            <pc:docMk/>
            <pc:sldMk cId="4290165803" sldId="284"/>
            <ac:spMk id="7" creationId="{697FC771-D75E-09E1-3236-110E36E93454}"/>
          </ac:spMkLst>
        </pc:spChg>
        <pc:spChg chg="add mod">
          <ac:chgData name="Jeff F" userId="f003630136abceb0" providerId="LiveId" clId="{525E639F-B0A2-41DD-8345-DCA4498C44F4}" dt="2023-07-22T14:15:03.238" v="1771" actId="14100"/>
          <ac:spMkLst>
            <pc:docMk/>
            <pc:sldMk cId="4290165803" sldId="284"/>
            <ac:spMk id="8" creationId="{15108306-61A7-99A8-A8D9-223375198AF0}"/>
          </ac:spMkLst>
        </pc:spChg>
        <pc:spChg chg="add mod">
          <ac:chgData name="Jeff F" userId="f003630136abceb0" providerId="LiveId" clId="{525E639F-B0A2-41DD-8345-DCA4498C44F4}" dt="2023-07-22T14:15:06.142" v="1772" actId="14100"/>
          <ac:spMkLst>
            <pc:docMk/>
            <pc:sldMk cId="4290165803" sldId="284"/>
            <ac:spMk id="15" creationId="{EC6D3136-6FAF-2145-D38E-3A3A267EFD9E}"/>
          </ac:spMkLst>
        </pc:spChg>
        <pc:spChg chg="add mod">
          <ac:chgData name="Jeff F" userId="f003630136abceb0" providerId="LiveId" clId="{525E639F-B0A2-41DD-8345-DCA4498C44F4}" dt="2023-07-22T14:12:11.805" v="1759" actId="13926"/>
          <ac:spMkLst>
            <pc:docMk/>
            <pc:sldMk cId="4290165803" sldId="284"/>
            <ac:spMk id="18" creationId="{A67B8AA2-A02A-13AA-1ECA-DF21D5B64205}"/>
          </ac:spMkLst>
        </pc:spChg>
        <pc:grpChg chg="add del mod">
          <ac:chgData name="Jeff F" userId="f003630136abceb0" providerId="LiveId" clId="{525E639F-B0A2-41DD-8345-DCA4498C44F4}" dt="2023-07-22T14:20:00.981" v="1831" actId="165"/>
          <ac:grpSpMkLst>
            <pc:docMk/>
            <pc:sldMk cId="4290165803" sldId="284"/>
            <ac:grpSpMk id="25" creationId="{D59ED60F-9A41-A11E-0CAC-CE3D64B26409}"/>
          </ac:grpSpMkLst>
        </pc:grpChg>
        <pc:grpChg chg="add del mod">
          <ac:chgData name="Jeff F" userId="f003630136abceb0" providerId="LiveId" clId="{525E639F-B0A2-41DD-8345-DCA4498C44F4}" dt="2023-07-22T15:11:22.598" v="1959" actId="165"/>
          <ac:grpSpMkLst>
            <pc:docMk/>
            <pc:sldMk cId="4290165803" sldId="284"/>
            <ac:grpSpMk id="30" creationId="{E95563B0-C83F-98B8-DB7D-641A330F9818}"/>
          </ac:grpSpMkLst>
        </pc:grpChg>
        <pc:grpChg chg="add mod">
          <ac:chgData name="Jeff F" userId="f003630136abceb0" providerId="LiveId" clId="{525E639F-B0A2-41DD-8345-DCA4498C44F4}" dt="2023-07-22T15:11:51.364" v="1967" actId="164"/>
          <ac:grpSpMkLst>
            <pc:docMk/>
            <pc:sldMk cId="4290165803" sldId="284"/>
            <ac:grpSpMk id="39" creationId="{A1FBA8C5-F54E-6FE3-B76B-7520046D24DA}"/>
          </ac:grpSpMkLst>
        </pc:grpChg>
        <pc:graphicFrameChg chg="del">
          <ac:chgData name="Jeff F" userId="f003630136abceb0" providerId="LiveId" clId="{525E639F-B0A2-41DD-8345-DCA4498C44F4}" dt="2023-07-22T14:06:27.466" v="1685" actId="478"/>
          <ac:graphicFrameMkLst>
            <pc:docMk/>
            <pc:sldMk cId="4290165803" sldId="284"/>
            <ac:graphicFrameMk id="5" creationId="{BC4BC878-5C15-9DE7-13CE-1048A91FB5F5}"/>
          </ac:graphicFrameMkLst>
        </pc:graphicFrameChg>
        <pc:picChg chg="del">
          <ac:chgData name="Jeff F" userId="f003630136abceb0" providerId="LiveId" clId="{525E639F-B0A2-41DD-8345-DCA4498C44F4}" dt="2023-07-22T14:06:29.295" v="1686" actId="478"/>
          <ac:picMkLst>
            <pc:docMk/>
            <pc:sldMk cId="4290165803" sldId="284"/>
            <ac:picMk id="9" creationId="{3F33579B-7B68-F80E-2AF8-A824F520E537}"/>
          </ac:picMkLst>
        </pc:picChg>
        <pc:picChg chg="del">
          <ac:chgData name="Jeff F" userId="f003630136abceb0" providerId="LiveId" clId="{525E639F-B0A2-41DD-8345-DCA4498C44F4}" dt="2023-07-22T14:06:30.835" v="1687" actId="478"/>
          <ac:picMkLst>
            <pc:docMk/>
            <pc:sldMk cId="4290165803" sldId="284"/>
            <ac:picMk id="10" creationId="{3C3DAEE3-541C-AD77-0C25-DFB5D45F7C9F}"/>
          </ac:picMkLst>
        </pc:picChg>
        <pc:picChg chg="add del mod">
          <ac:chgData name="Jeff F" userId="f003630136abceb0" providerId="LiveId" clId="{525E639F-B0A2-41DD-8345-DCA4498C44F4}" dt="2023-07-22T14:08:42.038" v="1719" actId="478"/>
          <ac:picMkLst>
            <pc:docMk/>
            <pc:sldMk cId="4290165803" sldId="284"/>
            <ac:picMk id="12" creationId="{5D6545EB-462E-8B8B-2D4F-2810A9630388}"/>
          </ac:picMkLst>
        </pc:picChg>
        <pc:picChg chg="add mod">
          <ac:chgData name="Jeff F" userId="f003630136abceb0" providerId="LiveId" clId="{525E639F-B0A2-41DD-8345-DCA4498C44F4}" dt="2023-07-22T14:14:20.524" v="1765" actId="1076"/>
          <ac:picMkLst>
            <pc:docMk/>
            <pc:sldMk cId="4290165803" sldId="284"/>
            <ac:picMk id="14" creationId="{A639ED75-95D4-A1F7-F4E5-C575A4FD7A1A}"/>
          </ac:picMkLst>
        </pc:picChg>
        <pc:picChg chg="add mod">
          <ac:chgData name="Jeff F" userId="f003630136abceb0" providerId="LiveId" clId="{525E639F-B0A2-41DD-8345-DCA4498C44F4}" dt="2023-07-22T14:14:24.796" v="1767" actId="1076"/>
          <ac:picMkLst>
            <pc:docMk/>
            <pc:sldMk cId="4290165803" sldId="284"/>
            <ac:picMk id="17" creationId="{E67DEC4A-5235-937C-CB88-252D1BC3D202}"/>
          </ac:picMkLst>
        </pc:picChg>
        <pc:picChg chg="add mod">
          <ac:chgData name="Jeff F" userId="f003630136abceb0" providerId="LiveId" clId="{525E639F-B0A2-41DD-8345-DCA4498C44F4}" dt="2023-07-22T14:14:26.644" v="1768" actId="14100"/>
          <ac:picMkLst>
            <pc:docMk/>
            <pc:sldMk cId="4290165803" sldId="284"/>
            <ac:picMk id="20" creationId="{0A96A6F0-B9BE-6478-495F-8696318A4DFA}"/>
          </ac:picMkLst>
        </pc:picChg>
        <pc:cxnChg chg="add mod topLvl">
          <ac:chgData name="Jeff F" userId="f003630136abceb0" providerId="LiveId" clId="{525E639F-B0A2-41DD-8345-DCA4498C44F4}" dt="2023-07-22T15:11:51.364" v="1967" actId="164"/>
          <ac:cxnSpMkLst>
            <pc:docMk/>
            <pc:sldMk cId="4290165803" sldId="284"/>
            <ac:cxnSpMk id="22" creationId="{B6FC9571-1B7B-EE4E-09F4-C66C3EBE4452}"/>
          </ac:cxnSpMkLst>
        </pc:cxnChg>
        <pc:cxnChg chg="add mod topLvl">
          <ac:chgData name="Jeff F" userId="f003630136abceb0" providerId="LiveId" clId="{525E639F-B0A2-41DD-8345-DCA4498C44F4}" dt="2023-07-22T15:11:51.364" v="1967" actId="164"/>
          <ac:cxnSpMkLst>
            <pc:docMk/>
            <pc:sldMk cId="4290165803" sldId="284"/>
            <ac:cxnSpMk id="23" creationId="{C169C65D-551B-7D73-F13E-DE695F4E6345}"/>
          </ac:cxnSpMkLst>
        </pc:cxnChg>
        <pc:cxnChg chg="add mod topLvl">
          <ac:chgData name="Jeff F" userId="f003630136abceb0" providerId="LiveId" clId="{525E639F-B0A2-41DD-8345-DCA4498C44F4}" dt="2023-07-22T15:11:51.364" v="1967" actId="164"/>
          <ac:cxnSpMkLst>
            <pc:docMk/>
            <pc:sldMk cId="4290165803" sldId="284"/>
            <ac:cxnSpMk id="24" creationId="{5C8C5D89-A2E8-3AD5-0AFE-3F9C6C7AB460}"/>
          </ac:cxnSpMkLst>
        </pc:cxnChg>
        <pc:cxnChg chg="add mod topLvl">
          <ac:chgData name="Jeff F" userId="f003630136abceb0" providerId="LiveId" clId="{525E639F-B0A2-41DD-8345-DCA4498C44F4}" dt="2023-07-22T15:11:51.364" v="1967" actId="164"/>
          <ac:cxnSpMkLst>
            <pc:docMk/>
            <pc:sldMk cId="4290165803" sldId="284"/>
            <ac:cxnSpMk id="26" creationId="{A798F376-54B6-945A-DFBD-C56B913980BE}"/>
          </ac:cxnSpMkLst>
        </pc:cxnChg>
        <pc:cxnChg chg="add del mod">
          <ac:chgData name="Jeff F" userId="f003630136abceb0" providerId="LiveId" clId="{525E639F-B0A2-41DD-8345-DCA4498C44F4}" dt="2023-07-22T14:20:21.163" v="1835" actId="478"/>
          <ac:cxnSpMkLst>
            <pc:docMk/>
            <pc:sldMk cId="4290165803" sldId="284"/>
            <ac:cxnSpMk id="27" creationId="{D9B2EEC6-7499-7FAE-B618-6628B7CB21A0}"/>
          </ac:cxnSpMkLst>
        </pc:cxnChg>
        <pc:cxnChg chg="add del mod">
          <ac:chgData name="Jeff F" userId="f003630136abceb0" providerId="LiveId" clId="{525E639F-B0A2-41DD-8345-DCA4498C44F4}" dt="2023-07-22T14:20:24.829" v="1836" actId="478"/>
          <ac:cxnSpMkLst>
            <pc:docMk/>
            <pc:sldMk cId="4290165803" sldId="284"/>
            <ac:cxnSpMk id="28" creationId="{EC97242F-5F40-2497-0BB3-89EA8ED3EBF0}"/>
          </ac:cxnSpMkLst>
        </pc:cxnChg>
        <pc:cxnChg chg="add del mod">
          <ac:chgData name="Jeff F" userId="f003630136abceb0" providerId="LiveId" clId="{525E639F-B0A2-41DD-8345-DCA4498C44F4}" dt="2023-07-22T15:11:27.716" v="1961"/>
          <ac:cxnSpMkLst>
            <pc:docMk/>
            <pc:sldMk cId="4290165803" sldId="284"/>
            <ac:cxnSpMk id="31" creationId="{0D431271-35B1-F413-864D-85D3BA3CFDEA}"/>
          </ac:cxnSpMkLst>
        </pc:cxnChg>
        <pc:cxnChg chg="add del mod">
          <ac:chgData name="Jeff F" userId="f003630136abceb0" providerId="LiveId" clId="{525E639F-B0A2-41DD-8345-DCA4498C44F4}" dt="2023-07-22T15:11:27.716" v="1961"/>
          <ac:cxnSpMkLst>
            <pc:docMk/>
            <pc:sldMk cId="4290165803" sldId="284"/>
            <ac:cxnSpMk id="32" creationId="{66B888BF-4267-6A04-A452-B846C89C4EAE}"/>
          </ac:cxnSpMkLst>
        </pc:cxnChg>
        <pc:cxnChg chg="add del mod">
          <ac:chgData name="Jeff F" userId="f003630136abceb0" providerId="LiveId" clId="{525E639F-B0A2-41DD-8345-DCA4498C44F4}" dt="2023-07-22T15:11:27.716" v="1961"/>
          <ac:cxnSpMkLst>
            <pc:docMk/>
            <pc:sldMk cId="4290165803" sldId="284"/>
            <ac:cxnSpMk id="33" creationId="{7EC5DF2A-60E9-4D84-0A45-DA6B1FFE0636}"/>
          </ac:cxnSpMkLst>
        </pc:cxnChg>
        <pc:cxnChg chg="add del mod">
          <ac:chgData name="Jeff F" userId="f003630136abceb0" providerId="LiveId" clId="{525E639F-B0A2-41DD-8345-DCA4498C44F4}" dt="2023-07-22T15:11:27.716" v="1961"/>
          <ac:cxnSpMkLst>
            <pc:docMk/>
            <pc:sldMk cId="4290165803" sldId="284"/>
            <ac:cxnSpMk id="34" creationId="{A0461CD2-333B-EED0-248D-0687EAB11A65}"/>
          </ac:cxnSpMkLst>
        </pc:cxnChg>
        <pc:cxnChg chg="add mod">
          <ac:chgData name="Jeff F" userId="f003630136abceb0" providerId="LiveId" clId="{525E639F-B0A2-41DD-8345-DCA4498C44F4}" dt="2023-07-22T15:11:51.364" v="1967" actId="164"/>
          <ac:cxnSpMkLst>
            <pc:docMk/>
            <pc:sldMk cId="4290165803" sldId="284"/>
            <ac:cxnSpMk id="35" creationId="{89D3AF69-C4F1-5F0F-F34C-F3430C4ADBF3}"/>
          </ac:cxnSpMkLst>
        </pc:cxnChg>
      </pc:sldChg>
      <pc:sldChg chg="addSp delSp modSp add mod addAnim delAnim modAnim">
        <pc:chgData name="Jeff F" userId="f003630136abceb0" providerId="LiveId" clId="{525E639F-B0A2-41DD-8345-DCA4498C44F4}" dt="2023-07-22T23:26:34.975" v="2698"/>
        <pc:sldMkLst>
          <pc:docMk/>
          <pc:sldMk cId="3848251333" sldId="285"/>
        </pc:sldMkLst>
        <pc:spChg chg="del">
          <ac:chgData name="Jeff F" userId="f003630136abceb0" providerId="LiveId" clId="{525E639F-B0A2-41DD-8345-DCA4498C44F4}" dt="2023-07-22T13:51:52.661" v="1519" actId="478"/>
          <ac:spMkLst>
            <pc:docMk/>
            <pc:sldMk cId="3848251333" sldId="285"/>
            <ac:spMk id="4" creationId="{1C2D0A55-2FB7-5164-9931-757435DCD089}"/>
          </ac:spMkLst>
        </pc:spChg>
        <pc:spChg chg="add del mod">
          <ac:chgData name="Jeff F" userId="f003630136abceb0" providerId="LiveId" clId="{525E639F-B0A2-41DD-8345-DCA4498C44F4}" dt="2023-07-20T21:48:43.309" v="818" actId="478"/>
          <ac:spMkLst>
            <pc:docMk/>
            <pc:sldMk cId="3848251333" sldId="285"/>
            <ac:spMk id="6" creationId="{792124B6-B3CF-5F3F-BE8A-EEE12472A1C8}"/>
          </ac:spMkLst>
        </pc:spChg>
        <pc:spChg chg="add del mod">
          <ac:chgData name="Jeff F" userId="f003630136abceb0" providerId="LiveId" clId="{525E639F-B0A2-41DD-8345-DCA4498C44F4}" dt="2023-07-22T23:11:52.899" v="2541" actId="478"/>
          <ac:spMkLst>
            <pc:docMk/>
            <pc:sldMk cId="3848251333" sldId="285"/>
            <ac:spMk id="7" creationId="{1B122821-D39D-F9E6-F43E-D0F00720AD75}"/>
          </ac:spMkLst>
        </pc:spChg>
        <pc:spChg chg="add del mod topLvl">
          <ac:chgData name="Jeff F" userId="f003630136abceb0" providerId="LiveId" clId="{525E639F-B0A2-41DD-8345-DCA4498C44F4}" dt="2023-07-22T23:12:13.278" v="2547" actId="478"/>
          <ac:spMkLst>
            <pc:docMk/>
            <pc:sldMk cId="3848251333" sldId="285"/>
            <ac:spMk id="10" creationId="{EB36DF67-010D-526D-4896-31CE5F9B052D}"/>
          </ac:spMkLst>
        </pc:spChg>
        <pc:spChg chg="del mod">
          <ac:chgData name="Jeff F" userId="f003630136abceb0" providerId="LiveId" clId="{525E639F-B0A2-41DD-8345-DCA4498C44F4}" dt="2023-07-20T21:48:40.803" v="817" actId="478"/>
          <ac:spMkLst>
            <pc:docMk/>
            <pc:sldMk cId="3848251333" sldId="285"/>
            <ac:spMk id="11" creationId="{29EE55F7-A509-833B-6B17-93F3A4528D73}"/>
          </ac:spMkLst>
        </pc:spChg>
        <pc:spChg chg="del mod">
          <ac:chgData name="Jeff F" userId="f003630136abceb0" providerId="LiveId" clId="{525E639F-B0A2-41DD-8345-DCA4498C44F4}" dt="2023-07-22T23:26:34.475" v="2697" actId="478"/>
          <ac:spMkLst>
            <pc:docMk/>
            <pc:sldMk cId="3848251333" sldId="285"/>
            <ac:spMk id="16" creationId="{518F514F-F40E-03CC-E40C-F65960AC64B5}"/>
          </ac:spMkLst>
        </pc:spChg>
        <pc:spChg chg="add del mod topLvl">
          <ac:chgData name="Jeff F" userId="f003630136abceb0" providerId="LiveId" clId="{525E639F-B0A2-41DD-8345-DCA4498C44F4}" dt="2023-07-22T23:14:41.842" v="2576" actId="21"/>
          <ac:spMkLst>
            <pc:docMk/>
            <pc:sldMk cId="3848251333" sldId="285"/>
            <ac:spMk id="17" creationId="{A5497681-3597-1AB8-AD6C-DC359BB42747}"/>
          </ac:spMkLst>
        </pc:spChg>
        <pc:spChg chg="add del mod topLvl">
          <ac:chgData name="Jeff F" userId="f003630136abceb0" providerId="LiveId" clId="{525E639F-B0A2-41DD-8345-DCA4498C44F4}" dt="2023-07-22T23:16:07.879" v="2593" actId="21"/>
          <ac:spMkLst>
            <pc:docMk/>
            <pc:sldMk cId="3848251333" sldId="285"/>
            <ac:spMk id="21" creationId="{123F0453-72D7-AA5A-0A6C-989FEC3D47CF}"/>
          </ac:spMkLst>
        </pc:spChg>
        <pc:spChg chg="add del mod topLvl">
          <ac:chgData name="Jeff F" userId="f003630136abceb0" providerId="LiveId" clId="{525E639F-B0A2-41DD-8345-DCA4498C44F4}" dt="2023-07-22T23:17:24.182" v="2605" actId="21"/>
          <ac:spMkLst>
            <pc:docMk/>
            <pc:sldMk cId="3848251333" sldId="285"/>
            <ac:spMk id="25" creationId="{CD0BB9A1-CE04-DCEF-EB1F-B0182C9BA94E}"/>
          </ac:spMkLst>
        </pc:spChg>
        <pc:spChg chg="add del mod topLvl">
          <ac:chgData name="Jeff F" userId="f003630136abceb0" providerId="LiveId" clId="{525E639F-B0A2-41DD-8345-DCA4498C44F4}" dt="2023-07-22T23:22:07.310" v="2650" actId="21"/>
          <ac:spMkLst>
            <pc:docMk/>
            <pc:sldMk cId="3848251333" sldId="285"/>
            <ac:spMk id="29" creationId="{84D96668-AC35-4512-6C64-E2B7DF892C17}"/>
          </ac:spMkLst>
        </pc:spChg>
        <pc:spChg chg="add mod topLvl">
          <ac:chgData name="Jeff F" userId="f003630136abceb0" providerId="LiveId" clId="{525E639F-B0A2-41DD-8345-DCA4498C44F4}" dt="2023-07-22T13:54:46.886" v="1615" actId="164"/>
          <ac:spMkLst>
            <pc:docMk/>
            <pc:sldMk cId="3848251333" sldId="285"/>
            <ac:spMk id="33" creationId="{05D36B79-C3A8-5321-B443-B6BF68EC3185}"/>
          </ac:spMkLst>
        </pc:spChg>
        <pc:spChg chg="add mod topLvl">
          <ac:chgData name="Jeff F" userId="f003630136abceb0" providerId="LiveId" clId="{525E639F-B0A2-41DD-8345-DCA4498C44F4}" dt="2023-07-22T13:54:46.886" v="1615" actId="164"/>
          <ac:spMkLst>
            <pc:docMk/>
            <pc:sldMk cId="3848251333" sldId="285"/>
            <ac:spMk id="34" creationId="{565D6280-4CBE-5B08-E557-91A379C1AEBC}"/>
          </ac:spMkLst>
        </pc:spChg>
        <pc:spChg chg="add del mod">
          <ac:chgData name="Jeff F" userId="f003630136abceb0" providerId="LiveId" clId="{525E639F-B0A2-41DD-8345-DCA4498C44F4}" dt="2023-07-22T23:26:30.914" v="2696"/>
          <ac:spMkLst>
            <pc:docMk/>
            <pc:sldMk cId="3848251333" sldId="285"/>
            <ac:spMk id="37" creationId="{1DD66F1B-51DC-3BF9-1839-2D37C0861239}"/>
          </ac:spMkLst>
        </pc:spChg>
        <pc:spChg chg="add mod">
          <ac:chgData name="Jeff F" userId="f003630136abceb0" providerId="LiveId" clId="{525E639F-B0A2-41DD-8345-DCA4498C44F4}" dt="2023-07-22T23:26:34.975" v="2698"/>
          <ac:spMkLst>
            <pc:docMk/>
            <pc:sldMk cId="3848251333" sldId="285"/>
            <ac:spMk id="38" creationId="{EDAFEC96-F978-71EC-1DC3-0A44302CC54F}"/>
          </ac:spMkLst>
        </pc:spChg>
        <pc:grpChg chg="add del mod">
          <ac:chgData name="Jeff F" userId="f003630136abceb0" providerId="LiveId" clId="{525E639F-B0A2-41DD-8345-DCA4498C44F4}" dt="2023-07-22T23:12:06.846" v="2545" actId="165"/>
          <ac:grpSpMkLst>
            <pc:docMk/>
            <pc:sldMk cId="3848251333" sldId="285"/>
            <ac:grpSpMk id="14" creationId="{65953CEE-904C-C901-F39B-053E47F619E3}"/>
          </ac:grpSpMkLst>
        </pc:grpChg>
        <pc:grpChg chg="add del mod">
          <ac:chgData name="Jeff F" userId="f003630136abceb0" providerId="LiveId" clId="{525E639F-B0A2-41DD-8345-DCA4498C44F4}" dt="2023-07-22T23:14:41.842" v="2576" actId="21"/>
          <ac:grpSpMkLst>
            <pc:docMk/>
            <pc:sldMk cId="3848251333" sldId="285"/>
            <ac:grpSpMk id="20" creationId="{B3B008A6-909A-08A3-A8B4-FA1B3BAB3F59}"/>
          </ac:grpSpMkLst>
        </pc:grpChg>
        <pc:grpChg chg="add del mod">
          <ac:chgData name="Jeff F" userId="f003630136abceb0" providerId="LiveId" clId="{525E639F-B0A2-41DD-8345-DCA4498C44F4}" dt="2023-07-22T23:16:00.506" v="2590" actId="165"/>
          <ac:grpSpMkLst>
            <pc:docMk/>
            <pc:sldMk cId="3848251333" sldId="285"/>
            <ac:grpSpMk id="24" creationId="{48ED5A25-FE19-94E9-B9FB-77C4B8107A95}"/>
          </ac:grpSpMkLst>
        </pc:grpChg>
        <pc:grpChg chg="add del mod">
          <ac:chgData name="Jeff F" userId="f003630136abceb0" providerId="LiveId" clId="{525E639F-B0A2-41DD-8345-DCA4498C44F4}" dt="2023-07-22T23:17:24.182" v="2605" actId="21"/>
          <ac:grpSpMkLst>
            <pc:docMk/>
            <pc:sldMk cId="3848251333" sldId="285"/>
            <ac:grpSpMk id="28" creationId="{BEA5D2F4-828C-FD8F-A9B8-9749D22012EA}"/>
          </ac:grpSpMkLst>
        </pc:grpChg>
        <pc:grpChg chg="add del mod">
          <ac:chgData name="Jeff F" userId="f003630136abceb0" providerId="LiveId" clId="{525E639F-B0A2-41DD-8345-DCA4498C44F4}" dt="2023-07-22T23:17:04.390" v="2603" actId="165"/>
          <ac:grpSpMkLst>
            <pc:docMk/>
            <pc:sldMk cId="3848251333" sldId="285"/>
            <ac:grpSpMk id="32" creationId="{3670FCD5-0287-170B-59B8-AFB1387A3D6E}"/>
          </ac:grpSpMkLst>
        </pc:grpChg>
        <pc:grpChg chg="add del mod">
          <ac:chgData name="Jeff F" userId="f003630136abceb0" providerId="LiveId" clId="{525E639F-B0A2-41DD-8345-DCA4498C44F4}" dt="2023-07-22T13:54:38.829" v="1613" actId="165"/>
          <ac:grpSpMkLst>
            <pc:docMk/>
            <pc:sldMk cId="3848251333" sldId="285"/>
            <ac:grpSpMk id="35" creationId="{8EE6FD28-2FDC-00B6-8FE0-F17ADDBEC615}"/>
          </ac:grpSpMkLst>
        </pc:grpChg>
        <pc:grpChg chg="add del mod">
          <ac:chgData name="Jeff F" userId="f003630136abceb0" providerId="LiveId" clId="{525E639F-B0A2-41DD-8345-DCA4498C44F4}" dt="2023-07-22T23:08:59.399" v="2521" actId="478"/>
          <ac:grpSpMkLst>
            <pc:docMk/>
            <pc:sldMk cId="3848251333" sldId="285"/>
            <ac:grpSpMk id="36" creationId="{46130B78-8327-B928-8585-8EC615165BD4}"/>
          </ac:grpSpMkLst>
        </pc:grpChg>
        <pc:picChg chg="add mod">
          <ac:chgData name="Jeff F" userId="f003630136abceb0" providerId="LiveId" clId="{525E639F-B0A2-41DD-8345-DCA4498C44F4}" dt="2023-07-22T13:54:30.206" v="1611" actId="1076"/>
          <ac:picMkLst>
            <pc:docMk/>
            <pc:sldMk cId="3848251333" sldId="285"/>
            <ac:picMk id="3" creationId="{D0BF137E-3617-7DAE-4851-BCD63AB15A2E}"/>
          </ac:picMkLst>
        </pc:picChg>
        <pc:picChg chg="add del mod">
          <ac:chgData name="Jeff F" userId="f003630136abceb0" providerId="LiveId" clId="{525E639F-B0A2-41DD-8345-DCA4498C44F4}" dt="2023-07-22T23:12:28.564" v="2553" actId="21"/>
          <ac:picMkLst>
            <pc:docMk/>
            <pc:sldMk cId="3848251333" sldId="285"/>
            <ac:picMk id="9" creationId="{D3609B76-585A-ECC0-454F-F84F9F792B0D}"/>
          </ac:picMkLst>
        </pc:picChg>
        <pc:picChg chg="add del mod topLvl">
          <ac:chgData name="Jeff F" userId="f003630136abceb0" providerId="LiveId" clId="{525E639F-B0A2-41DD-8345-DCA4498C44F4}" dt="2023-07-22T23:12:53.882" v="2558" actId="21"/>
          <ac:picMkLst>
            <pc:docMk/>
            <pc:sldMk cId="3848251333" sldId="285"/>
            <ac:picMk id="13" creationId="{255CD866-ABA7-FC34-B171-C7E8782321D9}"/>
          </ac:picMkLst>
        </pc:picChg>
        <pc:picChg chg="del">
          <ac:chgData name="Jeff F" userId="f003630136abceb0" providerId="LiveId" clId="{525E639F-B0A2-41DD-8345-DCA4498C44F4}" dt="2023-07-20T21:38:15.939" v="792" actId="478"/>
          <ac:picMkLst>
            <pc:docMk/>
            <pc:sldMk cId="3848251333" sldId="285"/>
            <ac:picMk id="15" creationId="{7A6D75F5-155B-D3E2-F1CD-F036230D5073}"/>
          </ac:picMkLst>
        </pc:picChg>
        <pc:picChg chg="add del mod topLvl">
          <ac:chgData name="Jeff F" userId="f003630136abceb0" providerId="LiveId" clId="{525E639F-B0A2-41DD-8345-DCA4498C44F4}" dt="2023-07-22T23:15:07.653" v="2581" actId="21"/>
          <ac:picMkLst>
            <pc:docMk/>
            <pc:sldMk cId="3848251333" sldId="285"/>
            <ac:picMk id="19" creationId="{8F4E8322-885C-9CBF-CB82-5B483764D88F}"/>
          </ac:picMkLst>
        </pc:picChg>
        <pc:picChg chg="add del mod topLvl">
          <ac:chgData name="Jeff F" userId="f003630136abceb0" providerId="LiveId" clId="{525E639F-B0A2-41DD-8345-DCA4498C44F4}" dt="2023-07-22T23:16:36.425" v="2597" actId="21"/>
          <ac:picMkLst>
            <pc:docMk/>
            <pc:sldMk cId="3848251333" sldId="285"/>
            <ac:picMk id="23" creationId="{7153D6E1-F2D4-33D5-86F9-BB15D346D2E5}"/>
          </ac:picMkLst>
        </pc:picChg>
        <pc:picChg chg="add del mod topLvl">
          <ac:chgData name="Jeff F" userId="f003630136abceb0" providerId="LiveId" clId="{525E639F-B0A2-41DD-8345-DCA4498C44F4}" dt="2023-07-22T23:21:52.954" v="2649" actId="478"/>
          <ac:picMkLst>
            <pc:docMk/>
            <pc:sldMk cId="3848251333" sldId="285"/>
            <ac:picMk id="27" creationId="{CBA1120F-BECF-2CD7-3697-CF0185FB4F02}"/>
          </ac:picMkLst>
        </pc:picChg>
        <pc:picChg chg="add del mod topLvl">
          <ac:chgData name="Jeff F" userId="f003630136abceb0" providerId="LiveId" clId="{525E639F-B0A2-41DD-8345-DCA4498C44F4}" dt="2023-07-22T23:22:23.806" v="2655" actId="21"/>
          <ac:picMkLst>
            <pc:docMk/>
            <pc:sldMk cId="3848251333" sldId="285"/>
            <ac:picMk id="31" creationId="{5D386086-ADD1-D804-313A-5AC7B5572AAE}"/>
          </ac:picMkLst>
        </pc:picChg>
      </pc:sldChg>
      <pc:sldChg chg="new del">
        <pc:chgData name="Jeff F" userId="f003630136abceb0" providerId="LiveId" clId="{525E639F-B0A2-41DD-8345-DCA4498C44F4}" dt="2023-07-21T11:18:02.131" v="1041" actId="2696"/>
        <pc:sldMkLst>
          <pc:docMk/>
          <pc:sldMk cId="2405092691" sldId="286"/>
        </pc:sldMkLst>
      </pc:sldChg>
      <pc:sldChg chg="addSp delSp modSp add mod ord delAnim modAnim">
        <pc:chgData name="Jeff F" userId="f003630136abceb0" providerId="LiveId" clId="{525E639F-B0A2-41DD-8345-DCA4498C44F4}" dt="2023-07-22T14:33:40.199" v="1947" actId="478"/>
        <pc:sldMkLst>
          <pc:docMk/>
          <pc:sldMk cId="4201464594" sldId="287"/>
        </pc:sldMkLst>
        <pc:spChg chg="mod">
          <ac:chgData name="Jeff F" userId="f003630136abceb0" providerId="LiveId" clId="{525E639F-B0A2-41DD-8345-DCA4498C44F4}" dt="2023-07-21T11:22:10.175" v="1120" actId="20577"/>
          <ac:spMkLst>
            <pc:docMk/>
            <pc:sldMk cId="4201464594" sldId="287"/>
            <ac:spMk id="2" creationId="{69E5335F-BD36-FF60-9589-F69DED5C8CF2}"/>
          </ac:spMkLst>
        </pc:spChg>
        <pc:spChg chg="del">
          <ac:chgData name="Jeff F" userId="f003630136abceb0" providerId="LiveId" clId="{525E639F-B0A2-41DD-8345-DCA4498C44F4}" dt="2023-07-21T11:44:39.171" v="1124" actId="478"/>
          <ac:spMkLst>
            <pc:docMk/>
            <pc:sldMk cId="4201464594" sldId="287"/>
            <ac:spMk id="3" creationId="{A18C4446-111C-602D-98C7-7AFA37DAD986}"/>
          </ac:spMkLst>
        </pc:spChg>
        <pc:spChg chg="del">
          <ac:chgData name="Jeff F" userId="f003630136abceb0" providerId="LiveId" clId="{525E639F-B0A2-41DD-8345-DCA4498C44F4}" dt="2023-07-22T13:52:00.316" v="1522" actId="478"/>
          <ac:spMkLst>
            <pc:docMk/>
            <pc:sldMk cId="4201464594" sldId="287"/>
            <ac:spMk id="4" creationId="{1C2D0A55-2FB7-5164-9931-757435DCD089}"/>
          </ac:spMkLst>
        </pc:spChg>
        <pc:spChg chg="add del mod">
          <ac:chgData name="Jeff F" userId="f003630136abceb0" providerId="LiveId" clId="{525E639F-B0A2-41DD-8345-DCA4498C44F4}" dt="2023-07-21T11:44:42.062" v="1125" actId="478"/>
          <ac:spMkLst>
            <pc:docMk/>
            <pc:sldMk cId="4201464594" sldId="287"/>
            <ac:spMk id="7" creationId="{E9B15D7A-A816-4889-9746-AF637A6DB009}"/>
          </ac:spMkLst>
        </pc:spChg>
        <pc:spChg chg="add mod">
          <ac:chgData name="Jeff F" userId="f003630136abceb0" providerId="LiveId" clId="{525E639F-B0A2-41DD-8345-DCA4498C44F4}" dt="2023-07-21T11:52:45.692" v="1160" actId="1076"/>
          <ac:spMkLst>
            <pc:docMk/>
            <pc:sldMk cId="4201464594" sldId="287"/>
            <ac:spMk id="8" creationId="{0BD64B69-12FF-7949-B4CF-A157ABEBBCA5}"/>
          </ac:spMkLst>
        </pc:spChg>
        <pc:spChg chg="add mod">
          <ac:chgData name="Jeff F" userId="f003630136abceb0" providerId="LiveId" clId="{525E639F-B0A2-41DD-8345-DCA4498C44F4}" dt="2023-07-21T11:53:06.572" v="1167" actId="1076"/>
          <ac:spMkLst>
            <pc:docMk/>
            <pc:sldMk cId="4201464594" sldId="287"/>
            <ac:spMk id="11" creationId="{E4D9FC07-8E43-B6F9-2B25-999D36F168D5}"/>
          </ac:spMkLst>
        </pc:spChg>
        <pc:spChg chg="add mod">
          <ac:chgData name="Jeff F" userId="f003630136abceb0" providerId="LiveId" clId="{525E639F-B0A2-41DD-8345-DCA4498C44F4}" dt="2023-07-21T11:55:37.406" v="1193" actId="164"/>
          <ac:spMkLst>
            <pc:docMk/>
            <pc:sldMk cId="4201464594" sldId="287"/>
            <ac:spMk id="22" creationId="{3FFD2C58-9F50-9CE2-9815-475677C3A4C0}"/>
          </ac:spMkLst>
        </pc:spChg>
        <pc:grpChg chg="add del mod">
          <ac:chgData name="Jeff F" userId="f003630136abceb0" providerId="LiveId" clId="{525E639F-B0A2-41DD-8345-DCA4498C44F4}" dt="2023-07-22T14:33:40.199" v="1947" actId="478"/>
          <ac:grpSpMkLst>
            <pc:docMk/>
            <pc:sldMk cId="4201464594" sldId="287"/>
            <ac:grpSpMk id="25" creationId="{EB305E18-F7C5-E2B9-56B8-7CFB2BD6D2C8}"/>
          </ac:grpSpMkLst>
        </pc:grpChg>
        <pc:graphicFrameChg chg="del">
          <ac:chgData name="Jeff F" userId="f003630136abceb0" providerId="LiveId" clId="{525E639F-B0A2-41DD-8345-DCA4498C44F4}" dt="2023-07-21T11:44:33.112" v="1121" actId="478"/>
          <ac:graphicFrameMkLst>
            <pc:docMk/>
            <pc:sldMk cId="4201464594" sldId="287"/>
            <ac:graphicFrameMk id="5" creationId="{BC4BC878-5C15-9DE7-13CE-1048A91FB5F5}"/>
          </ac:graphicFrameMkLst>
        </pc:graphicFrameChg>
        <pc:picChg chg="del">
          <ac:chgData name="Jeff F" userId="f003630136abceb0" providerId="LiveId" clId="{525E639F-B0A2-41DD-8345-DCA4498C44F4}" dt="2023-07-21T11:44:34.945" v="1122" actId="478"/>
          <ac:picMkLst>
            <pc:docMk/>
            <pc:sldMk cId="4201464594" sldId="287"/>
            <ac:picMk id="9" creationId="{3F33579B-7B68-F80E-2AF8-A824F520E537}"/>
          </ac:picMkLst>
        </pc:picChg>
        <pc:picChg chg="del">
          <ac:chgData name="Jeff F" userId="f003630136abceb0" providerId="LiveId" clId="{525E639F-B0A2-41DD-8345-DCA4498C44F4}" dt="2023-07-21T11:44:36.596" v="1123" actId="478"/>
          <ac:picMkLst>
            <pc:docMk/>
            <pc:sldMk cId="4201464594" sldId="287"/>
            <ac:picMk id="10" creationId="{3C3DAEE3-541C-AD77-0C25-DFB5D45F7C9F}"/>
          </ac:picMkLst>
        </pc:picChg>
        <pc:picChg chg="add del mod">
          <ac:chgData name="Jeff F" userId="f003630136abceb0" providerId="LiveId" clId="{525E639F-B0A2-41DD-8345-DCA4498C44F4}" dt="2023-07-21T11:49:43.988" v="1135" actId="478"/>
          <ac:picMkLst>
            <pc:docMk/>
            <pc:sldMk cId="4201464594" sldId="287"/>
            <ac:picMk id="13" creationId="{F45524C3-18AF-3611-3DA6-29C7251888B8}"/>
          </ac:picMkLst>
        </pc:picChg>
        <pc:picChg chg="add mod">
          <ac:chgData name="Jeff F" userId="f003630136abceb0" providerId="LiveId" clId="{525E639F-B0A2-41DD-8345-DCA4498C44F4}" dt="2023-07-21T11:52:57.796" v="1164" actId="1076"/>
          <ac:picMkLst>
            <pc:docMk/>
            <pc:sldMk cId="4201464594" sldId="287"/>
            <ac:picMk id="15" creationId="{2827F05F-D711-2E63-506F-42241C890174}"/>
          </ac:picMkLst>
        </pc:picChg>
        <pc:picChg chg="add del mod">
          <ac:chgData name="Jeff F" userId="f003630136abceb0" providerId="LiveId" clId="{525E639F-B0A2-41DD-8345-DCA4498C44F4}" dt="2023-07-21T11:53:20.720" v="1168" actId="478"/>
          <ac:picMkLst>
            <pc:docMk/>
            <pc:sldMk cId="4201464594" sldId="287"/>
            <ac:picMk id="17" creationId="{1E09F970-72A6-D46D-7306-F0D653F8038F}"/>
          </ac:picMkLst>
        </pc:picChg>
        <pc:picChg chg="add del mod">
          <ac:chgData name="Jeff F" userId="f003630136abceb0" providerId="LiveId" clId="{525E639F-B0A2-41DD-8345-DCA4498C44F4}" dt="2023-07-21T11:53:54" v="1176" actId="478"/>
          <ac:picMkLst>
            <pc:docMk/>
            <pc:sldMk cId="4201464594" sldId="287"/>
            <ac:picMk id="19" creationId="{CB163630-B9CC-F38E-5801-C79964AEF988}"/>
          </ac:picMkLst>
        </pc:picChg>
        <pc:picChg chg="add mod">
          <ac:chgData name="Jeff F" userId="f003630136abceb0" providerId="LiveId" clId="{525E639F-B0A2-41DD-8345-DCA4498C44F4}" dt="2023-07-21T11:56:01.109" v="1196" actId="1035"/>
          <ac:picMkLst>
            <pc:docMk/>
            <pc:sldMk cId="4201464594" sldId="287"/>
            <ac:picMk id="21" creationId="{384DF559-99C0-101D-C8D5-EB193E7E24D4}"/>
          </ac:picMkLst>
        </pc:picChg>
        <pc:picChg chg="add mod">
          <ac:chgData name="Jeff F" userId="f003630136abceb0" providerId="LiveId" clId="{525E639F-B0A2-41DD-8345-DCA4498C44F4}" dt="2023-07-21T11:55:37.406" v="1193" actId="164"/>
          <ac:picMkLst>
            <pc:docMk/>
            <pc:sldMk cId="4201464594" sldId="287"/>
            <ac:picMk id="24" creationId="{B78CECCD-AFBC-9DBE-8A31-03736AA025D7}"/>
          </ac:picMkLst>
        </pc:picChg>
      </pc:sldChg>
      <pc:sldChg chg="addSp delSp modSp add mod delAnim">
        <pc:chgData name="Jeff F" userId="f003630136abceb0" providerId="LiveId" clId="{525E639F-B0A2-41DD-8345-DCA4498C44F4}" dt="2023-07-22T13:52:04.783" v="1523" actId="478"/>
        <pc:sldMkLst>
          <pc:docMk/>
          <pc:sldMk cId="1354511117" sldId="288"/>
        </pc:sldMkLst>
        <pc:spChg chg="del">
          <ac:chgData name="Jeff F" userId="f003630136abceb0" providerId="LiveId" clId="{525E639F-B0A2-41DD-8345-DCA4498C44F4}" dt="2023-07-21T11:56:26.409" v="1199" actId="478"/>
          <ac:spMkLst>
            <pc:docMk/>
            <pc:sldMk cId="1354511117" sldId="288"/>
            <ac:spMk id="2" creationId="{69E5335F-BD36-FF60-9589-F69DED5C8CF2}"/>
          </ac:spMkLst>
        </pc:spChg>
        <pc:spChg chg="del">
          <ac:chgData name="Jeff F" userId="f003630136abceb0" providerId="LiveId" clId="{525E639F-B0A2-41DD-8345-DCA4498C44F4}" dt="2023-07-22T13:52:04.783" v="1523" actId="478"/>
          <ac:spMkLst>
            <pc:docMk/>
            <pc:sldMk cId="1354511117" sldId="288"/>
            <ac:spMk id="4" creationId="{1C2D0A55-2FB7-5164-9931-757435DCD089}"/>
          </ac:spMkLst>
        </pc:spChg>
        <pc:spChg chg="add del mod">
          <ac:chgData name="Jeff F" userId="f003630136abceb0" providerId="LiveId" clId="{525E639F-B0A2-41DD-8345-DCA4498C44F4}" dt="2023-07-21T11:56:30.384" v="1200" actId="478"/>
          <ac:spMkLst>
            <pc:docMk/>
            <pc:sldMk cId="1354511117" sldId="288"/>
            <ac:spMk id="5" creationId="{97CAE750-35D1-65FE-FF35-9AA72113B3C1}"/>
          </ac:spMkLst>
        </pc:spChg>
        <pc:spChg chg="del">
          <ac:chgData name="Jeff F" userId="f003630136abceb0" providerId="LiveId" clId="{525E639F-B0A2-41DD-8345-DCA4498C44F4}" dt="2023-07-21T11:56:22.367" v="1198" actId="478"/>
          <ac:spMkLst>
            <pc:docMk/>
            <pc:sldMk cId="1354511117" sldId="288"/>
            <ac:spMk id="8" creationId="{0BD64B69-12FF-7949-B4CF-A157ABEBBCA5}"/>
          </ac:spMkLst>
        </pc:spChg>
        <pc:spChg chg="add mod">
          <ac:chgData name="Jeff F" userId="f003630136abceb0" providerId="LiveId" clId="{525E639F-B0A2-41DD-8345-DCA4498C44F4}" dt="2023-07-21T13:48:11.879" v="1216" actId="1076"/>
          <ac:spMkLst>
            <pc:docMk/>
            <pc:sldMk cId="1354511117" sldId="288"/>
            <ac:spMk id="9" creationId="{AB5C851E-7D12-454E-0D69-CA257A6E8452}"/>
          </ac:spMkLst>
        </pc:spChg>
        <pc:spChg chg="del">
          <ac:chgData name="Jeff F" userId="f003630136abceb0" providerId="LiveId" clId="{525E639F-B0A2-41DD-8345-DCA4498C44F4}" dt="2023-07-21T11:56:22.367" v="1198" actId="478"/>
          <ac:spMkLst>
            <pc:docMk/>
            <pc:sldMk cId="1354511117" sldId="288"/>
            <ac:spMk id="11" creationId="{E4D9FC07-8E43-B6F9-2B25-999D36F168D5}"/>
          </ac:spMkLst>
        </pc:spChg>
        <pc:grpChg chg="del">
          <ac:chgData name="Jeff F" userId="f003630136abceb0" providerId="LiveId" clId="{525E639F-B0A2-41DD-8345-DCA4498C44F4}" dt="2023-07-21T11:56:22.367" v="1198" actId="478"/>
          <ac:grpSpMkLst>
            <pc:docMk/>
            <pc:sldMk cId="1354511117" sldId="288"/>
            <ac:grpSpMk id="25" creationId="{EB305E18-F7C5-E2B9-56B8-7CFB2BD6D2C8}"/>
          </ac:grpSpMkLst>
        </pc:grpChg>
        <pc:picChg chg="add del mod">
          <ac:chgData name="Jeff F" userId="f003630136abceb0" providerId="LiveId" clId="{525E639F-B0A2-41DD-8345-DCA4498C44F4}" dt="2023-07-21T14:01:47.548" v="1218" actId="478"/>
          <ac:picMkLst>
            <pc:docMk/>
            <pc:sldMk cId="1354511117" sldId="288"/>
            <ac:picMk id="7" creationId="{E69D8C2C-1F7F-ED74-9E9C-9E5B57F59304}"/>
          </ac:picMkLst>
        </pc:picChg>
        <pc:picChg chg="add del mod">
          <ac:chgData name="Jeff F" userId="f003630136abceb0" providerId="LiveId" clId="{525E639F-B0A2-41DD-8345-DCA4498C44F4}" dt="2023-07-21T14:02:47.744" v="1223" actId="478"/>
          <ac:picMkLst>
            <pc:docMk/>
            <pc:sldMk cId="1354511117" sldId="288"/>
            <ac:picMk id="12" creationId="{FD2F3D5E-1D30-95A2-351E-DAC0C33A914D}"/>
          </ac:picMkLst>
        </pc:picChg>
        <pc:picChg chg="add mod">
          <ac:chgData name="Jeff F" userId="f003630136abceb0" providerId="LiveId" clId="{525E639F-B0A2-41DD-8345-DCA4498C44F4}" dt="2023-07-21T14:03:14.198" v="1229" actId="1076"/>
          <ac:picMkLst>
            <pc:docMk/>
            <pc:sldMk cId="1354511117" sldId="288"/>
            <ac:picMk id="14" creationId="{E58BEAAF-29F3-DC6B-0423-9C4759AE09C2}"/>
          </ac:picMkLst>
        </pc:picChg>
        <pc:picChg chg="del">
          <ac:chgData name="Jeff F" userId="f003630136abceb0" providerId="LiveId" clId="{525E639F-B0A2-41DD-8345-DCA4498C44F4}" dt="2023-07-21T11:56:22.367" v="1198" actId="478"/>
          <ac:picMkLst>
            <pc:docMk/>
            <pc:sldMk cId="1354511117" sldId="288"/>
            <ac:picMk id="15" creationId="{2827F05F-D711-2E63-506F-42241C890174}"/>
          </ac:picMkLst>
        </pc:picChg>
        <pc:picChg chg="del">
          <ac:chgData name="Jeff F" userId="f003630136abceb0" providerId="LiveId" clId="{525E639F-B0A2-41DD-8345-DCA4498C44F4}" dt="2023-07-21T11:56:22.367" v="1198" actId="478"/>
          <ac:picMkLst>
            <pc:docMk/>
            <pc:sldMk cId="1354511117" sldId="288"/>
            <ac:picMk id="21" creationId="{384DF559-99C0-101D-C8D5-EB193E7E24D4}"/>
          </ac:picMkLst>
        </pc:picChg>
      </pc:sldChg>
      <pc:sldChg chg="delSp modSp add mod">
        <pc:chgData name="Jeff F" userId="f003630136abceb0" providerId="LiveId" clId="{525E639F-B0A2-41DD-8345-DCA4498C44F4}" dt="2023-07-22T13:52:08.611" v="1524" actId="478"/>
        <pc:sldMkLst>
          <pc:docMk/>
          <pc:sldMk cId="2880908507" sldId="289"/>
        </pc:sldMkLst>
        <pc:spChg chg="del">
          <ac:chgData name="Jeff F" userId="f003630136abceb0" providerId="LiveId" clId="{525E639F-B0A2-41DD-8345-DCA4498C44F4}" dt="2023-07-22T13:52:08.611" v="1524" actId="478"/>
          <ac:spMkLst>
            <pc:docMk/>
            <pc:sldMk cId="2880908507" sldId="289"/>
            <ac:spMk id="4" creationId="{1C2D0A55-2FB7-5164-9931-757435DCD089}"/>
          </ac:spMkLst>
        </pc:spChg>
        <pc:picChg chg="mod">
          <ac:chgData name="Jeff F" userId="f003630136abceb0" providerId="LiveId" clId="{525E639F-B0A2-41DD-8345-DCA4498C44F4}" dt="2023-07-22T00:44:57.168" v="1379" actId="1076"/>
          <ac:picMkLst>
            <pc:docMk/>
            <pc:sldMk cId="2880908507" sldId="289"/>
            <ac:picMk id="7" creationId="{E69D8C2C-1F7F-ED74-9E9C-9E5B57F59304}"/>
          </ac:picMkLst>
        </pc:picChg>
      </pc:sldChg>
      <pc:sldChg chg="addSp delSp modSp add del mod ord">
        <pc:chgData name="Jeff F" userId="f003630136abceb0" providerId="LiveId" clId="{525E639F-B0A2-41DD-8345-DCA4498C44F4}" dt="2023-07-22T13:52:13.297" v="1526" actId="478"/>
        <pc:sldMkLst>
          <pc:docMk/>
          <pc:sldMk cId="2760737781" sldId="290"/>
        </pc:sldMkLst>
        <pc:spChg chg="del">
          <ac:chgData name="Jeff F" userId="f003630136abceb0" providerId="LiveId" clId="{525E639F-B0A2-41DD-8345-DCA4498C44F4}" dt="2023-07-22T13:52:13.297" v="1526" actId="478"/>
          <ac:spMkLst>
            <pc:docMk/>
            <pc:sldMk cId="2760737781" sldId="290"/>
            <ac:spMk id="4" creationId="{1C2D0A55-2FB7-5164-9931-757435DCD089}"/>
          </ac:spMkLst>
        </pc:spChg>
        <pc:picChg chg="add mod">
          <ac:chgData name="Jeff F" userId="f003630136abceb0" providerId="LiveId" clId="{525E639F-B0A2-41DD-8345-DCA4498C44F4}" dt="2023-07-22T00:45:35.792" v="1384" actId="14100"/>
          <ac:picMkLst>
            <pc:docMk/>
            <pc:sldMk cId="2760737781" sldId="290"/>
            <ac:picMk id="3" creationId="{EA483AF4-5F3C-A7B4-EDDB-ED1EBCD73489}"/>
          </ac:picMkLst>
        </pc:picChg>
        <pc:picChg chg="del">
          <ac:chgData name="Jeff F" userId="f003630136abceb0" providerId="LiveId" clId="{525E639F-B0A2-41DD-8345-DCA4498C44F4}" dt="2023-07-22T00:43:10.791" v="1360" actId="478"/>
          <ac:picMkLst>
            <pc:docMk/>
            <pc:sldMk cId="2760737781" sldId="290"/>
            <ac:picMk id="7" creationId="{E69D8C2C-1F7F-ED74-9E9C-9E5B57F59304}"/>
          </ac:picMkLst>
        </pc:picChg>
      </pc:sldChg>
      <pc:sldChg chg="addSp delSp modSp add del mod delAnim modAnim">
        <pc:chgData name="Jeff F" userId="f003630136abceb0" providerId="LiveId" clId="{525E639F-B0A2-41DD-8345-DCA4498C44F4}" dt="2023-07-23T19:45:04.002" v="2732" actId="47"/>
        <pc:sldMkLst>
          <pc:docMk/>
          <pc:sldMk cId="2353077507" sldId="291"/>
        </pc:sldMkLst>
        <pc:spChg chg="add mod">
          <ac:chgData name="Jeff F" userId="f003630136abceb0" providerId="LiveId" clId="{525E639F-B0A2-41DD-8345-DCA4498C44F4}" dt="2023-07-22T18:44:47.442" v="1977" actId="1076"/>
          <ac:spMkLst>
            <pc:docMk/>
            <pc:sldMk cId="2353077507" sldId="291"/>
            <ac:spMk id="2" creationId="{459B1CE4-261A-3A4C-0263-0EC4013DDA72}"/>
          </ac:spMkLst>
        </pc:spChg>
        <pc:spChg chg="del">
          <ac:chgData name="Jeff F" userId="f003630136abceb0" providerId="LiveId" clId="{525E639F-B0A2-41DD-8345-DCA4498C44F4}" dt="2023-07-22T13:52:19.874" v="1528" actId="478"/>
          <ac:spMkLst>
            <pc:docMk/>
            <pc:sldMk cId="2353077507" sldId="291"/>
            <ac:spMk id="4" creationId="{BF899349-A065-6BEE-5383-F2D007FC432D}"/>
          </ac:spMkLst>
        </pc:spChg>
        <pc:spChg chg="del">
          <ac:chgData name="Jeff F" userId="f003630136abceb0" providerId="LiveId" clId="{525E639F-B0A2-41DD-8345-DCA4498C44F4}" dt="2023-07-22T01:47:34.608" v="1396" actId="478"/>
          <ac:spMkLst>
            <pc:docMk/>
            <pc:sldMk cId="2353077507" sldId="291"/>
            <ac:spMk id="5" creationId="{08BA0582-EDE7-46F8-7B9A-33D4A979CB3E}"/>
          </ac:spMkLst>
        </pc:spChg>
        <pc:spChg chg="del">
          <ac:chgData name="Jeff F" userId="f003630136abceb0" providerId="LiveId" clId="{525E639F-B0A2-41DD-8345-DCA4498C44F4}" dt="2023-07-22T01:47:31.523" v="1395" actId="478"/>
          <ac:spMkLst>
            <pc:docMk/>
            <pc:sldMk cId="2353077507" sldId="291"/>
            <ac:spMk id="6" creationId="{44410209-5076-4902-0710-FB5CB3CD3FB0}"/>
          </ac:spMkLst>
        </pc:spChg>
        <pc:spChg chg="del">
          <ac:chgData name="Jeff F" userId="f003630136abceb0" providerId="LiveId" clId="{525E639F-B0A2-41DD-8345-DCA4498C44F4}" dt="2023-07-22T01:47:36.982" v="1397" actId="478"/>
          <ac:spMkLst>
            <pc:docMk/>
            <pc:sldMk cId="2353077507" sldId="291"/>
            <ac:spMk id="7" creationId="{8B95CEC2-2276-A504-0A2D-FC201EDB9A07}"/>
          </ac:spMkLst>
        </pc:spChg>
        <pc:spChg chg="add mod">
          <ac:chgData name="Jeff F" userId="f003630136abceb0" providerId="LiveId" clId="{525E639F-B0A2-41DD-8345-DCA4498C44F4}" dt="2023-07-23T19:42:56.679" v="2729" actId="20577"/>
          <ac:spMkLst>
            <pc:docMk/>
            <pc:sldMk cId="2353077507" sldId="291"/>
            <ac:spMk id="13" creationId="{C80923F8-256F-A2AE-6555-25FC35FF5240}"/>
          </ac:spMkLst>
        </pc:spChg>
        <pc:spChg chg="add mod">
          <ac:chgData name="Jeff F" userId="f003630136abceb0" providerId="LiveId" clId="{525E639F-B0A2-41DD-8345-DCA4498C44F4}" dt="2023-07-22T13:20:30.367" v="1509" actId="164"/>
          <ac:spMkLst>
            <pc:docMk/>
            <pc:sldMk cId="2353077507" sldId="291"/>
            <ac:spMk id="16" creationId="{09F51898-0056-0438-0AA3-4901FFF1029C}"/>
          </ac:spMkLst>
        </pc:spChg>
        <pc:spChg chg="add mod">
          <ac:chgData name="Jeff F" userId="f003630136abceb0" providerId="LiveId" clId="{525E639F-B0A2-41DD-8345-DCA4498C44F4}" dt="2023-07-22T13:20:30.367" v="1509" actId="164"/>
          <ac:spMkLst>
            <pc:docMk/>
            <pc:sldMk cId="2353077507" sldId="291"/>
            <ac:spMk id="17" creationId="{ACC9B985-240D-9F99-08B7-E36E00DEA90A}"/>
          </ac:spMkLst>
        </pc:spChg>
        <pc:grpChg chg="add mod">
          <ac:chgData name="Jeff F" userId="f003630136abceb0" providerId="LiveId" clId="{525E639F-B0A2-41DD-8345-DCA4498C44F4}" dt="2023-07-22T13:20:30.367" v="1509" actId="164"/>
          <ac:grpSpMkLst>
            <pc:docMk/>
            <pc:sldMk cId="2353077507" sldId="291"/>
            <ac:grpSpMk id="18" creationId="{B6075168-B32E-BBBB-C3A2-9BC376CD9D8B}"/>
          </ac:grpSpMkLst>
        </pc:grpChg>
        <pc:picChg chg="del">
          <ac:chgData name="Jeff F" userId="f003630136abceb0" providerId="LiveId" clId="{525E639F-B0A2-41DD-8345-DCA4498C44F4}" dt="2023-07-22T01:47:38.576" v="1398" actId="478"/>
          <ac:picMkLst>
            <pc:docMk/>
            <pc:sldMk cId="2353077507" sldId="291"/>
            <ac:picMk id="3" creationId="{5D2B1B6B-ABDB-C155-E617-8503CAACD105}"/>
          </ac:picMkLst>
        </pc:picChg>
        <pc:picChg chg="add del mod">
          <ac:chgData name="Jeff F" userId="f003630136abceb0" providerId="LiveId" clId="{525E639F-B0A2-41DD-8345-DCA4498C44F4}" dt="2023-07-22T01:51:39.460" v="1411" actId="478"/>
          <ac:picMkLst>
            <pc:docMk/>
            <pc:sldMk cId="2353077507" sldId="291"/>
            <ac:picMk id="9" creationId="{B8D2E175-5455-BDDB-0F54-641BA1785A3E}"/>
          </ac:picMkLst>
        </pc:picChg>
        <pc:picChg chg="add del mod ord">
          <ac:chgData name="Jeff F" userId="f003630136abceb0" providerId="LiveId" clId="{525E639F-B0A2-41DD-8345-DCA4498C44F4}" dt="2023-07-22T13:17:15.379" v="1479" actId="478"/>
          <ac:picMkLst>
            <pc:docMk/>
            <pc:sldMk cId="2353077507" sldId="291"/>
            <ac:picMk id="12" creationId="{62612A14-1CF3-D411-9496-60116FD7E715}"/>
          </ac:picMkLst>
        </pc:picChg>
        <pc:picChg chg="add mod">
          <ac:chgData name="Jeff F" userId="f003630136abceb0" providerId="LiveId" clId="{525E639F-B0A2-41DD-8345-DCA4498C44F4}" dt="2023-07-22T13:20:30.367" v="1509" actId="164"/>
          <ac:picMkLst>
            <pc:docMk/>
            <pc:sldMk cId="2353077507" sldId="291"/>
            <ac:picMk id="15" creationId="{1314EA51-99A6-2CD6-93A6-4DE2E6109446}"/>
          </ac:picMkLst>
        </pc:picChg>
        <pc:picChg chg="add del mod">
          <ac:chgData name="Jeff F" userId="f003630136abceb0" providerId="LiveId" clId="{525E639F-B0A2-41DD-8345-DCA4498C44F4}" dt="2023-07-22T22:51:50.479" v="1987" actId="22"/>
          <ac:picMkLst>
            <pc:docMk/>
            <pc:sldMk cId="2353077507" sldId="291"/>
            <ac:picMk id="20" creationId="{277D21A7-31B8-651F-49E3-A03F274C4D9C}"/>
          </ac:picMkLst>
        </pc:picChg>
        <pc:picChg chg="add mod">
          <ac:chgData name="Jeff F" userId="f003630136abceb0" providerId="LiveId" clId="{525E639F-B0A2-41DD-8345-DCA4498C44F4}" dt="2023-07-22T22:52:26.163" v="1993" actId="1076"/>
          <ac:picMkLst>
            <pc:docMk/>
            <pc:sldMk cId="2353077507" sldId="291"/>
            <ac:picMk id="22" creationId="{0CA3F68A-CC00-CE9B-E92A-6F48FB11378C}"/>
          </ac:picMkLst>
        </pc:picChg>
        <pc:cxnChg chg="del">
          <ac:chgData name="Jeff F" userId="f003630136abceb0" providerId="LiveId" clId="{525E639F-B0A2-41DD-8345-DCA4498C44F4}" dt="2023-07-22T01:48:08.434" v="1401" actId="478"/>
          <ac:cxnSpMkLst>
            <pc:docMk/>
            <pc:sldMk cId="2353077507" sldId="291"/>
            <ac:cxnSpMk id="10" creationId="{A4AD0C74-E43E-5D75-FAD8-739E01DB3B9C}"/>
          </ac:cxnSpMkLst>
        </pc:cxnChg>
      </pc:sldChg>
      <pc:sldChg chg="delSp new del mod">
        <pc:chgData name="Jeff F" userId="f003630136abceb0" providerId="LiveId" clId="{525E639F-B0A2-41DD-8345-DCA4498C44F4}" dt="2023-07-22T01:47:24.602" v="1393" actId="2696"/>
        <pc:sldMkLst>
          <pc:docMk/>
          <pc:sldMk cId="3122714596" sldId="291"/>
        </pc:sldMkLst>
        <pc:spChg chg="del">
          <ac:chgData name="Jeff F" userId="f003630136abceb0" providerId="LiveId" clId="{525E639F-B0A2-41DD-8345-DCA4498C44F4}" dt="2023-07-22T01:47:21.166" v="1392" actId="478"/>
          <ac:spMkLst>
            <pc:docMk/>
            <pc:sldMk cId="3122714596" sldId="291"/>
            <ac:spMk id="2" creationId="{5C0CA717-9CD1-084F-45F1-D969093F3322}"/>
          </ac:spMkLst>
        </pc:spChg>
        <pc:spChg chg="del">
          <ac:chgData name="Jeff F" userId="f003630136abceb0" providerId="LiveId" clId="{525E639F-B0A2-41DD-8345-DCA4498C44F4}" dt="2023-07-22T01:47:18.901" v="1391" actId="478"/>
          <ac:spMkLst>
            <pc:docMk/>
            <pc:sldMk cId="3122714596" sldId="291"/>
            <ac:spMk id="3" creationId="{0C294099-DC97-0BC5-A34B-D20831F57085}"/>
          </ac:spMkLst>
        </pc:spChg>
      </pc:sldChg>
      <pc:sldChg chg="addSp delSp modSp new mod">
        <pc:chgData name="Jeff F" userId="f003630136abceb0" providerId="LiveId" clId="{525E639F-B0A2-41DD-8345-DCA4498C44F4}" dt="2023-07-22T13:57:28.181" v="1668" actId="1076"/>
        <pc:sldMkLst>
          <pc:docMk/>
          <pc:sldMk cId="3426700596" sldId="292"/>
        </pc:sldMkLst>
        <pc:spChg chg="del">
          <ac:chgData name="Jeff F" userId="f003630136abceb0" providerId="LiveId" clId="{525E639F-B0A2-41DD-8345-DCA4498C44F4}" dt="2023-07-22T13:55:10.464" v="1619" actId="478"/>
          <ac:spMkLst>
            <pc:docMk/>
            <pc:sldMk cId="3426700596" sldId="292"/>
            <ac:spMk id="2" creationId="{49A04B76-43BC-AFF4-D334-350E06789066}"/>
          </ac:spMkLst>
        </pc:spChg>
        <pc:spChg chg="del">
          <ac:chgData name="Jeff F" userId="f003630136abceb0" providerId="LiveId" clId="{525E639F-B0A2-41DD-8345-DCA4498C44F4}" dt="2023-07-22T13:55:08.124" v="1618" actId="478"/>
          <ac:spMkLst>
            <pc:docMk/>
            <pc:sldMk cId="3426700596" sldId="292"/>
            <ac:spMk id="3" creationId="{1F75B70B-E4A9-FEC6-D1EE-6765CF7D6EA0}"/>
          </ac:spMkLst>
        </pc:spChg>
        <pc:spChg chg="add mod">
          <ac:chgData name="Jeff F" userId="f003630136abceb0" providerId="LiveId" clId="{525E639F-B0A2-41DD-8345-DCA4498C44F4}" dt="2023-07-22T13:57:12.543" v="1654" actId="20577"/>
          <ac:spMkLst>
            <pc:docMk/>
            <pc:sldMk cId="3426700596" sldId="292"/>
            <ac:spMk id="4" creationId="{E0379E86-9C8F-00E3-B9DC-0F7F94CB2C93}"/>
          </ac:spMkLst>
        </pc:spChg>
        <pc:spChg chg="add mod">
          <ac:chgData name="Jeff F" userId="f003630136abceb0" providerId="LiveId" clId="{525E639F-B0A2-41DD-8345-DCA4498C44F4}" dt="2023-07-22T13:57:28.181" v="1668" actId="1076"/>
          <ac:spMkLst>
            <pc:docMk/>
            <pc:sldMk cId="3426700596" sldId="292"/>
            <ac:spMk id="5" creationId="{DAADB1CC-A580-CD65-8EA0-59EDAD3F3E47}"/>
          </ac:spMkLst>
        </pc:spChg>
        <pc:picChg chg="add mod">
          <ac:chgData name="Jeff F" userId="f003630136abceb0" providerId="LiveId" clId="{525E639F-B0A2-41DD-8345-DCA4498C44F4}" dt="2023-07-22T13:56:46.757" v="1622" actId="1076"/>
          <ac:picMkLst>
            <pc:docMk/>
            <pc:sldMk cId="3426700596" sldId="292"/>
            <ac:picMk id="1026" creationId="{C03725A5-E480-063B-31D9-AA91FDF62A0F}"/>
          </ac:picMkLst>
        </pc:picChg>
      </pc:sldChg>
      <pc:sldChg chg="add">
        <pc:chgData name="Jeff F" userId="f003630136abceb0" providerId="LiveId" clId="{525E639F-B0A2-41DD-8345-DCA4498C44F4}" dt="2023-07-22T13:57:42.017" v="1669" actId="2890"/>
        <pc:sldMkLst>
          <pc:docMk/>
          <pc:sldMk cId="3112251686" sldId="293"/>
        </pc:sldMkLst>
      </pc:sldChg>
      <pc:sldChg chg="addSp delSp modSp add mod modAnim">
        <pc:chgData name="Jeff F" userId="f003630136abceb0" providerId="LiveId" clId="{525E639F-B0A2-41DD-8345-DCA4498C44F4}" dt="2023-07-22T16:53:01.660" v="1975" actId="27636"/>
        <pc:sldMkLst>
          <pc:docMk/>
          <pc:sldMk cId="69378111" sldId="294"/>
        </pc:sldMkLst>
        <pc:spChg chg="mod">
          <ac:chgData name="Jeff F" userId="f003630136abceb0" providerId="LiveId" clId="{525E639F-B0A2-41DD-8345-DCA4498C44F4}" dt="2023-07-22T16:53:01.660" v="1975" actId="27636"/>
          <ac:spMkLst>
            <pc:docMk/>
            <pc:sldMk cId="69378111" sldId="294"/>
            <ac:spMk id="2" creationId="{69E5335F-BD36-FF60-9589-F69DED5C8CF2}"/>
          </ac:spMkLst>
        </pc:spChg>
        <pc:spChg chg="mod">
          <ac:chgData name="Jeff F" userId="f003630136abceb0" providerId="LiveId" clId="{525E639F-B0A2-41DD-8345-DCA4498C44F4}" dt="2023-07-22T14:19:11.675" v="1828" actId="13926"/>
          <ac:spMkLst>
            <pc:docMk/>
            <pc:sldMk cId="69378111" sldId="294"/>
            <ac:spMk id="8" creationId="{15108306-61A7-99A8-A8D9-223375198AF0}"/>
          </ac:spMkLst>
        </pc:spChg>
        <pc:spChg chg="mod">
          <ac:chgData name="Jeff F" userId="f003630136abceb0" providerId="LiveId" clId="{525E639F-B0A2-41DD-8345-DCA4498C44F4}" dt="2023-07-22T14:19:14.639" v="1829" actId="13926"/>
          <ac:spMkLst>
            <pc:docMk/>
            <pc:sldMk cId="69378111" sldId="294"/>
            <ac:spMk id="15" creationId="{EC6D3136-6FAF-2145-D38E-3A3A267EFD9E}"/>
          </ac:spMkLst>
        </pc:spChg>
        <pc:spChg chg="mod">
          <ac:chgData name="Jeff F" userId="f003630136abceb0" providerId="LiveId" clId="{525E639F-B0A2-41DD-8345-DCA4498C44F4}" dt="2023-07-22T14:19:18.478" v="1830" actId="13926"/>
          <ac:spMkLst>
            <pc:docMk/>
            <pc:sldMk cId="69378111" sldId="294"/>
            <ac:spMk id="18" creationId="{A67B8AA2-A02A-13AA-1ECA-DF21D5B64205}"/>
          </ac:spMkLst>
        </pc:spChg>
        <pc:grpChg chg="del">
          <ac:chgData name="Jeff F" userId="f003630136abceb0" providerId="LiveId" clId="{525E639F-B0A2-41DD-8345-DCA4498C44F4}" dt="2023-07-22T14:17:22.813" v="1809" actId="478"/>
          <ac:grpSpMkLst>
            <pc:docMk/>
            <pc:sldMk cId="69378111" sldId="294"/>
            <ac:grpSpMk id="25" creationId="{D59ED60F-9A41-A11E-0CAC-CE3D64B26409}"/>
          </ac:grpSpMkLst>
        </pc:grpChg>
        <pc:picChg chg="add del mod">
          <ac:chgData name="Jeff F" userId="f003630136abceb0" providerId="LiveId" clId="{525E639F-B0A2-41DD-8345-DCA4498C44F4}" dt="2023-07-22T15:08:56.411" v="1948" actId="478"/>
          <ac:picMkLst>
            <pc:docMk/>
            <pc:sldMk cId="69378111" sldId="294"/>
            <ac:picMk id="4" creationId="{6F5DE8A1-A4B4-5F2C-5AD8-CEAFEA664B63}"/>
          </ac:picMkLst>
        </pc:picChg>
        <pc:picChg chg="add del mod">
          <ac:chgData name="Jeff F" userId="f003630136abceb0" providerId="LiveId" clId="{525E639F-B0A2-41DD-8345-DCA4498C44F4}" dt="2023-07-22T15:09:05.019" v="1951" actId="478"/>
          <ac:picMkLst>
            <pc:docMk/>
            <pc:sldMk cId="69378111" sldId="294"/>
            <ac:picMk id="5" creationId="{5F75B5F6-07BE-5C50-9D6B-775FF83BC9A1}"/>
          </ac:picMkLst>
        </pc:picChg>
        <pc:picChg chg="add mod">
          <ac:chgData name="Jeff F" userId="f003630136abceb0" providerId="LiveId" clId="{525E639F-B0A2-41DD-8345-DCA4498C44F4}" dt="2023-07-22T15:08:57.195" v="1949"/>
          <ac:picMkLst>
            <pc:docMk/>
            <pc:sldMk cId="69378111" sldId="294"/>
            <ac:picMk id="6" creationId="{3F6C8A63-529D-58E7-4AF1-E050BA054FB9}"/>
          </ac:picMkLst>
        </pc:picChg>
        <pc:picChg chg="add mod">
          <ac:chgData name="Jeff F" userId="f003630136abceb0" providerId="LiveId" clId="{525E639F-B0A2-41DD-8345-DCA4498C44F4}" dt="2023-07-22T15:10:05.423" v="1958" actId="1036"/>
          <ac:picMkLst>
            <pc:docMk/>
            <pc:sldMk cId="69378111" sldId="294"/>
            <ac:picMk id="7" creationId="{9657C65F-9231-288E-6FCF-F1376512E422}"/>
          </ac:picMkLst>
        </pc:picChg>
        <pc:picChg chg="del">
          <ac:chgData name="Jeff F" userId="f003630136abceb0" providerId="LiveId" clId="{525E639F-B0A2-41DD-8345-DCA4498C44F4}" dt="2023-07-22T14:23:37.163" v="1905" actId="478"/>
          <ac:picMkLst>
            <pc:docMk/>
            <pc:sldMk cId="69378111" sldId="294"/>
            <ac:picMk id="17" creationId="{E67DEC4A-5235-937C-CB88-252D1BC3D202}"/>
          </ac:picMkLst>
        </pc:picChg>
        <pc:picChg chg="del">
          <ac:chgData name="Jeff F" userId="f003630136abceb0" providerId="LiveId" clId="{525E639F-B0A2-41DD-8345-DCA4498C44F4}" dt="2023-07-22T14:23:46.951" v="1909" actId="478"/>
          <ac:picMkLst>
            <pc:docMk/>
            <pc:sldMk cId="69378111" sldId="294"/>
            <ac:picMk id="20" creationId="{0A96A6F0-B9BE-6478-495F-8696318A4DFA}"/>
          </ac:picMkLst>
        </pc:picChg>
      </pc:sldChg>
      <pc:sldChg chg="add ord">
        <pc:chgData name="Jeff F" userId="f003630136abceb0" providerId="LiveId" clId="{525E639F-B0A2-41DD-8345-DCA4498C44F4}" dt="2023-07-22T14:33:36.053" v="1946"/>
        <pc:sldMkLst>
          <pc:docMk/>
          <pc:sldMk cId="3641027156" sldId="296"/>
        </pc:sldMkLst>
      </pc:sldChg>
      <pc:sldChg chg="delSp modSp add mod delAnim">
        <pc:chgData name="Jeff F" userId="f003630136abceb0" providerId="LiveId" clId="{525E639F-B0A2-41DD-8345-DCA4498C44F4}" dt="2023-07-22T22:59:26.336" v="2487" actId="13926"/>
        <pc:sldMkLst>
          <pc:docMk/>
          <pc:sldMk cId="1692805200" sldId="297"/>
        </pc:sldMkLst>
        <pc:spChg chg="mod">
          <ac:chgData name="Jeff F" userId="f003630136abceb0" providerId="LiveId" clId="{525E639F-B0A2-41DD-8345-DCA4498C44F4}" dt="2023-07-22T22:59:26.336" v="2487" actId="13926"/>
          <ac:spMkLst>
            <pc:docMk/>
            <pc:sldMk cId="1692805200" sldId="297"/>
            <ac:spMk id="2" creationId="{459B1CE4-261A-3A4C-0263-0EC4013DDA72}"/>
          </ac:spMkLst>
        </pc:spChg>
        <pc:grpChg chg="del">
          <ac:chgData name="Jeff F" userId="f003630136abceb0" providerId="LiveId" clId="{525E639F-B0A2-41DD-8345-DCA4498C44F4}" dt="2023-07-22T22:56:53.584" v="2409" actId="478"/>
          <ac:grpSpMkLst>
            <pc:docMk/>
            <pc:sldMk cId="1692805200" sldId="297"/>
            <ac:grpSpMk id="18" creationId="{B6075168-B32E-BBBB-C3A2-9BC376CD9D8B}"/>
          </ac:grpSpMkLst>
        </pc:grpChg>
        <pc:picChg chg="del">
          <ac:chgData name="Jeff F" userId="f003630136abceb0" providerId="LiveId" clId="{525E639F-B0A2-41DD-8345-DCA4498C44F4}" dt="2023-07-22T22:56:51.679" v="2408" actId="478"/>
          <ac:picMkLst>
            <pc:docMk/>
            <pc:sldMk cId="1692805200" sldId="297"/>
            <ac:picMk id="22" creationId="{0CA3F68A-CC00-CE9B-E92A-6F48FB11378C}"/>
          </ac:picMkLst>
        </pc:picChg>
      </pc:sldChg>
      <pc:sldChg chg="addSp delSp modSp new mod modAnim">
        <pc:chgData name="Jeff F" userId="f003630136abceb0" providerId="LiveId" clId="{525E639F-B0A2-41DD-8345-DCA4498C44F4}" dt="2023-07-22T23:26:44.520" v="2700"/>
        <pc:sldMkLst>
          <pc:docMk/>
          <pc:sldMk cId="481351864" sldId="298"/>
        </pc:sldMkLst>
        <pc:spChg chg="del">
          <ac:chgData name="Jeff F" userId="f003630136abceb0" providerId="LiveId" clId="{525E639F-B0A2-41DD-8345-DCA4498C44F4}" dt="2023-07-22T23:10:42.677" v="2533" actId="478"/>
          <ac:spMkLst>
            <pc:docMk/>
            <pc:sldMk cId="481351864" sldId="298"/>
            <ac:spMk id="2" creationId="{2CF6CA6C-61A5-C8FF-C7DD-AE6D0654BACC}"/>
          </ac:spMkLst>
        </pc:spChg>
        <pc:spChg chg="del">
          <ac:chgData name="Jeff F" userId="f003630136abceb0" providerId="LiveId" clId="{525E639F-B0A2-41DD-8345-DCA4498C44F4}" dt="2023-07-22T23:10:44.568" v="2534" actId="478"/>
          <ac:spMkLst>
            <pc:docMk/>
            <pc:sldMk cId="481351864" sldId="298"/>
            <ac:spMk id="3" creationId="{CE369C4B-B547-85E4-EEFC-16C08CEAE121}"/>
          </ac:spMkLst>
        </pc:spChg>
        <pc:spChg chg="add del mod">
          <ac:chgData name="Jeff F" userId="f003630136abceb0" providerId="LiveId" clId="{525E639F-B0A2-41DD-8345-DCA4498C44F4}" dt="2023-07-22T23:26:44.082" v="2699" actId="478"/>
          <ac:spMkLst>
            <pc:docMk/>
            <pc:sldMk cId="481351864" sldId="298"/>
            <ac:spMk id="4" creationId="{7373D94D-BA20-234F-BB8D-D043870DB41A}"/>
          </ac:spMkLst>
        </pc:spChg>
        <pc:spChg chg="add mod ord">
          <ac:chgData name="Jeff F" userId="f003630136abceb0" providerId="LiveId" clId="{525E639F-B0A2-41DD-8345-DCA4498C44F4}" dt="2023-07-22T23:13:57.569" v="2569" actId="164"/>
          <ac:spMkLst>
            <pc:docMk/>
            <pc:sldMk cId="481351864" sldId="298"/>
            <ac:spMk id="6" creationId="{A0912072-2B09-ACEC-129C-76035BAA936A}"/>
          </ac:spMkLst>
        </pc:spChg>
        <pc:spChg chg="add mod">
          <ac:chgData name="Jeff F" userId="f003630136abceb0" providerId="LiveId" clId="{525E639F-B0A2-41DD-8345-DCA4498C44F4}" dt="2023-07-22T23:11:30.952" v="2537"/>
          <ac:spMkLst>
            <pc:docMk/>
            <pc:sldMk cId="481351864" sldId="298"/>
            <ac:spMk id="7" creationId="{60C42B0B-8E71-81D4-9D5C-47905475F9CD}"/>
          </ac:spMkLst>
        </pc:spChg>
        <pc:spChg chg="add mod">
          <ac:chgData name="Jeff F" userId="f003630136abceb0" providerId="LiveId" clId="{525E639F-B0A2-41DD-8345-DCA4498C44F4}" dt="2023-07-22T23:15:29.217" v="2585" actId="164"/>
          <ac:spMkLst>
            <pc:docMk/>
            <pc:sldMk cId="481351864" sldId="298"/>
            <ac:spMk id="11" creationId="{51884787-2FDC-2E6A-5B17-1C7A2A2DBC38}"/>
          </ac:spMkLst>
        </pc:spChg>
        <pc:spChg chg="add mod">
          <ac:chgData name="Jeff F" userId="f003630136abceb0" providerId="LiveId" clId="{525E639F-B0A2-41DD-8345-DCA4498C44F4}" dt="2023-07-22T23:16:54.267" v="2601" actId="164"/>
          <ac:spMkLst>
            <pc:docMk/>
            <pc:sldMk cId="481351864" sldId="298"/>
            <ac:spMk id="14" creationId="{5B3E3CF1-7832-0B56-06C9-C8B0E081780F}"/>
          </ac:spMkLst>
        </pc:spChg>
        <pc:spChg chg="add mod">
          <ac:chgData name="Jeff F" userId="f003630136abceb0" providerId="LiveId" clId="{525E639F-B0A2-41DD-8345-DCA4498C44F4}" dt="2023-07-22T23:20:40.921" v="2647" actId="164"/>
          <ac:spMkLst>
            <pc:docMk/>
            <pc:sldMk cId="481351864" sldId="298"/>
            <ac:spMk id="17" creationId="{D2AE6855-0360-0BE9-B554-534DD183F9D7}"/>
          </ac:spMkLst>
        </pc:spChg>
        <pc:spChg chg="add mod">
          <ac:chgData name="Jeff F" userId="f003630136abceb0" providerId="LiveId" clId="{525E639F-B0A2-41DD-8345-DCA4498C44F4}" dt="2023-07-22T23:22:44.553" v="2658" actId="164"/>
          <ac:spMkLst>
            <pc:docMk/>
            <pc:sldMk cId="481351864" sldId="298"/>
            <ac:spMk id="22" creationId="{35318C77-AACA-FDB8-85C1-A00DAFAFFB6D}"/>
          </ac:spMkLst>
        </pc:spChg>
        <pc:spChg chg="add mod">
          <ac:chgData name="Jeff F" userId="f003630136abceb0" providerId="LiveId" clId="{525E639F-B0A2-41DD-8345-DCA4498C44F4}" dt="2023-07-22T23:25:03.039" v="2693" actId="164"/>
          <ac:spMkLst>
            <pc:docMk/>
            <pc:sldMk cId="481351864" sldId="298"/>
            <ac:spMk id="25" creationId="{EA95DCCC-5155-2920-8E8D-43E39A9D2DAE}"/>
          </ac:spMkLst>
        </pc:spChg>
        <pc:spChg chg="add mod">
          <ac:chgData name="Jeff F" userId="f003630136abceb0" providerId="LiveId" clId="{525E639F-B0A2-41DD-8345-DCA4498C44F4}" dt="2023-07-22T23:25:03.039" v="2693" actId="164"/>
          <ac:spMkLst>
            <pc:docMk/>
            <pc:sldMk cId="481351864" sldId="298"/>
            <ac:spMk id="26" creationId="{6E05DB69-5517-FF57-D3DD-2B2BAE4208D4}"/>
          </ac:spMkLst>
        </pc:spChg>
        <pc:spChg chg="add mod">
          <ac:chgData name="Jeff F" userId="f003630136abceb0" providerId="LiveId" clId="{525E639F-B0A2-41DD-8345-DCA4498C44F4}" dt="2023-07-22T23:26:44.520" v="2700"/>
          <ac:spMkLst>
            <pc:docMk/>
            <pc:sldMk cId="481351864" sldId="298"/>
            <ac:spMk id="28" creationId="{B8C7E8E2-3B55-1F9A-5146-C54FC94B3AF5}"/>
          </ac:spMkLst>
        </pc:spChg>
        <pc:grpChg chg="add mod">
          <ac:chgData name="Jeff F" userId="f003630136abceb0" providerId="LiveId" clId="{525E639F-B0A2-41DD-8345-DCA4498C44F4}" dt="2023-07-22T23:13:57.569" v="2569" actId="164"/>
          <ac:grpSpMkLst>
            <pc:docMk/>
            <pc:sldMk cId="481351864" sldId="298"/>
            <ac:grpSpMk id="10" creationId="{E952C2CC-6FE3-7F96-DDFF-08F1A408188F}"/>
          </ac:grpSpMkLst>
        </pc:grpChg>
        <pc:grpChg chg="add mod">
          <ac:chgData name="Jeff F" userId="f003630136abceb0" providerId="LiveId" clId="{525E639F-B0A2-41DD-8345-DCA4498C44F4}" dt="2023-07-22T23:15:29.217" v="2585" actId="164"/>
          <ac:grpSpMkLst>
            <pc:docMk/>
            <pc:sldMk cId="481351864" sldId="298"/>
            <ac:grpSpMk id="13" creationId="{6D409912-25E1-6C91-3AA6-708A568CC084}"/>
          </ac:grpSpMkLst>
        </pc:grpChg>
        <pc:grpChg chg="add mod">
          <ac:chgData name="Jeff F" userId="f003630136abceb0" providerId="LiveId" clId="{525E639F-B0A2-41DD-8345-DCA4498C44F4}" dt="2023-07-22T23:16:54.267" v="2601" actId="164"/>
          <ac:grpSpMkLst>
            <pc:docMk/>
            <pc:sldMk cId="481351864" sldId="298"/>
            <ac:grpSpMk id="16" creationId="{3F471292-83FB-2457-6344-BE22B7C45290}"/>
          </ac:grpSpMkLst>
        </pc:grpChg>
        <pc:grpChg chg="add mod">
          <ac:chgData name="Jeff F" userId="f003630136abceb0" providerId="LiveId" clId="{525E639F-B0A2-41DD-8345-DCA4498C44F4}" dt="2023-07-22T23:18:55.400" v="2630" actId="164"/>
          <ac:grpSpMkLst>
            <pc:docMk/>
            <pc:sldMk cId="481351864" sldId="298"/>
            <ac:grpSpMk id="19" creationId="{077A3DF6-8C7A-A295-378B-110665266EB8}"/>
          </ac:grpSpMkLst>
        </pc:grpChg>
        <pc:grpChg chg="add mod">
          <ac:chgData name="Jeff F" userId="f003630136abceb0" providerId="LiveId" clId="{525E639F-B0A2-41DD-8345-DCA4498C44F4}" dt="2023-07-22T23:20:40.921" v="2647" actId="164"/>
          <ac:grpSpMkLst>
            <pc:docMk/>
            <pc:sldMk cId="481351864" sldId="298"/>
            <ac:grpSpMk id="21" creationId="{A8274E52-B1D7-CCAA-A24F-3C879481E370}"/>
          </ac:grpSpMkLst>
        </pc:grpChg>
        <pc:grpChg chg="add mod">
          <ac:chgData name="Jeff F" userId="f003630136abceb0" providerId="LiveId" clId="{525E639F-B0A2-41DD-8345-DCA4498C44F4}" dt="2023-07-22T23:22:44.553" v="2658" actId="164"/>
          <ac:grpSpMkLst>
            <pc:docMk/>
            <pc:sldMk cId="481351864" sldId="298"/>
            <ac:grpSpMk id="24" creationId="{9AD7CB3C-AE7E-7443-1EFC-EFCBF28B8AE1}"/>
          </ac:grpSpMkLst>
        </pc:grpChg>
        <pc:grpChg chg="add mod">
          <ac:chgData name="Jeff F" userId="f003630136abceb0" providerId="LiveId" clId="{525E639F-B0A2-41DD-8345-DCA4498C44F4}" dt="2023-07-22T23:25:03.039" v="2693" actId="164"/>
          <ac:grpSpMkLst>
            <pc:docMk/>
            <pc:sldMk cId="481351864" sldId="298"/>
            <ac:grpSpMk id="27" creationId="{CE78134A-0D4D-90FC-206A-1DC386FFBBE2}"/>
          </ac:grpSpMkLst>
        </pc:grpChg>
        <pc:picChg chg="add mod">
          <ac:chgData name="Jeff F" userId="f003630136abceb0" providerId="LiveId" clId="{525E639F-B0A2-41DD-8345-DCA4498C44F4}" dt="2023-07-22T23:10:37.950" v="2532"/>
          <ac:picMkLst>
            <pc:docMk/>
            <pc:sldMk cId="481351864" sldId="298"/>
            <ac:picMk id="5" creationId="{476FEDA4-31B5-C3DB-A878-EEC71CB7FB3D}"/>
          </ac:picMkLst>
        </pc:picChg>
        <pc:picChg chg="add mod">
          <ac:chgData name="Jeff F" userId="f003630136abceb0" providerId="LiveId" clId="{525E639F-B0A2-41DD-8345-DCA4498C44F4}" dt="2023-07-22T23:12:37.991" v="2555" actId="1076"/>
          <ac:picMkLst>
            <pc:docMk/>
            <pc:sldMk cId="481351864" sldId="298"/>
            <ac:picMk id="8" creationId="{547E5549-7A3C-189B-9A4A-2B6D4C065F12}"/>
          </ac:picMkLst>
        </pc:picChg>
        <pc:picChg chg="add mod">
          <ac:chgData name="Jeff F" userId="f003630136abceb0" providerId="LiveId" clId="{525E639F-B0A2-41DD-8345-DCA4498C44F4}" dt="2023-07-22T23:13:57.569" v="2569" actId="164"/>
          <ac:picMkLst>
            <pc:docMk/>
            <pc:sldMk cId="481351864" sldId="298"/>
            <ac:picMk id="9" creationId="{BE5209B3-A038-B5D2-79F7-BE7D67731C72}"/>
          </ac:picMkLst>
        </pc:picChg>
        <pc:picChg chg="add mod">
          <ac:chgData name="Jeff F" userId="f003630136abceb0" providerId="LiveId" clId="{525E639F-B0A2-41DD-8345-DCA4498C44F4}" dt="2023-07-22T23:15:29.217" v="2585" actId="164"/>
          <ac:picMkLst>
            <pc:docMk/>
            <pc:sldMk cId="481351864" sldId="298"/>
            <ac:picMk id="12" creationId="{8D997DAB-844D-93EB-8C16-980ABCC6D287}"/>
          </ac:picMkLst>
        </pc:picChg>
        <pc:picChg chg="add mod">
          <ac:chgData name="Jeff F" userId="f003630136abceb0" providerId="LiveId" clId="{525E639F-B0A2-41DD-8345-DCA4498C44F4}" dt="2023-07-22T23:16:54.267" v="2601" actId="164"/>
          <ac:picMkLst>
            <pc:docMk/>
            <pc:sldMk cId="481351864" sldId="298"/>
            <ac:picMk id="15" creationId="{A3588E27-2D25-C360-DE52-2CF115C388FF}"/>
          </ac:picMkLst>
        </pc:picChg>
        <pc:picChg chg="add del mod">
          <ac:chgData name="Jeff F" userId="f003630136abceb0" providerId="LiveId" clId="{525E639F-B0A2-41DD-8345-DCA4498C44F4}" dt="2023-07-22T23:19:00.531" v="2632"/>
          <ac:picMkLst>
            <pc:docMk/>
            <pc:sldMk cId="481351864" sldId="298"/>
            <ac:picMk id="18" creationId="{B295402A-24A0-75D1-E2F2-B38724286026}"/>
          </ac:picMkLst>
        </pc:picChg>
        <pc:picChg chg="add mod">
          <ac:chgData name="Jeff F" userId="f003630136abceb0" providerId="LiveId" clId="{525E639F-B0A2-41DD-8345-DCA4498C44F4}" dt="2023-07-22T23:20:40.921" v="2647" actId="164"/>
          <ac:picMkLst>
            <pc:docMk/>
            <pc:sldMk cId="481351864" sldId="298"/>
            <ac:picMk id="20" creationId="{20FA14A6-CB36-1B3B-96B8-FCFC4A8905B2}"/>
          </ac:picMkLst>
        </pc:picChg>
        <pc:picChg chg="add mod">
          <ac:chgData name="Jeff F" userId="f003630136abceb0" providerId="LiveId" clId="{525E639F-B0A2-41DD-8345-DCA4498C44F4}" dt="2023-07-22T23:23:50.565" v="2662" actId="1036"/>
          <ac:picMkLst>
            <pc:docMk/>
            <pc:sldMk cId="481351864" sldId="298"/>
            <ac:picMk id="23" creationId="{6D8399B2-0F1A-11CE-A592-6FB79230530E}"/>
          </ac:picMkLst>
        </pc:picChg>
      </pc:sldChg>
      <pc:sldChg chg="addSp delSp modSp new mod">
        <pc:chgData name="Jeff F" userId="f003630136abceb0" providerId="LiveId" clId="{525E639F-B0A2-41DD-8345-DCA4498C44F4}" dt="2023-07-23T23:39:11.348" v="3231" actId="20577"/>
        <pc:sldMkLst>
          <pc:docMk/>
          <pc:sldMk cId="2886428846" sldId="299"/>
        </pc:sldMkLst>
        <pc:spChg chg="mod">
          <ac:chgData name="Jeff F" userId="f003630136abceb0" providerId="LiveId" clId="{525E639F-B0A2-41DD-8345-DCA4498C44F4}" dt="2023-07-23T00:08:00.449" v="2724" actId="20577"/>
          <ac:spMkLst>
            <pc:docMk/>
            <pc:sldMk cId="2886428846" sldId="299"/>
            <ac:spMk id="2" creationId="{564E2DF6-43CD-7910-97DD-568D427790EE}"/>
          </ac:spMkLst>
        </pc:spChg>
        <pc:spChg chg="add mod">
          <ac:chgData name="Jeff F" userId="f003630136abceb0" providerId="LiveId" clId="{525E639F-B0A2-41DD-8345-DCA4498C44F4}" dt="2023-07-23T23:39:11.348" v="3231" actId="20577"/>
          <ac:spMkLst>
            <pc:docMk/>
            <pc:sldMk cId="2886428846" sldId="299"/>
            <ac:spMk id="3" creationId="{576799D1-6A59-627F-FBD8-5A0EF61AE8BE}"/>
          </ac:spMkLst>
        </pc:spChg>
        <pc:spChg chg="del">
          <ac:chgData name="Jeff F" userId="f003630136abceb0" providerId="LiveId" clId="{525E639F-B0A2-41DD-8345-DCA4498C44F4}" dt="2023-07-23T00:08:03.882" v="2725" actId="478"/>
          <ac:spMkLst>
            <pc:docMk/>
            <pc:sldMk cId="2886428846" sldId="299"/>
            <ac:spMk id="3" creationId="{8B00A1F9-2053-A977-4046-7B3672F68840}"/>
          </ac:spMkLst>
        </pc:spChg>
      </pc:sldChg>
      <pc:sldChg chg="modSp add mod">
        <pc:chgData name="Jeff F" userId="f003630136abceb0" providerId="LiveId" clId="{525E639F-B0A2-41DD-8345-DCA4498C44F4}" dt="2023-07-23T23:34:30.264" v="2875" actId="5793"/>
        <pc:sldMkLst>
          <pc:docMk/>
          <pc:sldMk cId="3808614267" sldId="300"/>
        </pc:sldMkLst>
        <pc:spChg chg="mod">
          <ac:chgData name="Jeff F" userId="f003630136abceb0" providerId="LiveId" clId="{525E639F-B0A2-41DD-8345-DCA4498C44F4}" dt="2023-07-23T23:34:30.264" v="2875" actId="5793"/>
          <ac:spMkLst>
            <pc:docMk/>
            <pc:sldMk cId="3808614267" sldId="300"/>
            <ac:spMk id="13" creationId="{C80923F8-256F-A2AE-6555-25FC35FF5240}"/>
          </ac:spMkLst>
        </pc:spChg>
      </pc:sldChg>
      <pc:sldChg chg="addSp delSp modSp add mod delAnim">
        <pc:chgData name="Jeff F" userId="f003630136abceb0" providerId="LiveId" clId="{525E639F-B0A2-41DD-8345-DCA4498C44F4}" dt="2023-07-23T19:51:21.391" v="2801" actId="1076"/>
        <pc:sldMkLst>
          <pc:docMk/>
          <pc:sldMk cId="3890776304" sldId="301"/>
        </pc:sldMkLst>
        <pc:spChg chg="del">
          <ac:chgData name="Jeff F" userId="f003630136abceb0" providerId="LiveId" clId="{525E639F-B0A2-41DD-8345-DCA4498C44F4}" dt="2023-07-23T19:46:00.484" v="2733" actId="478"/>
          <ac:spMkLst>
            <pc:docMk/>
            <pc:sldMk cId="3890776304" sldId="301"/>
            <ac:spMk id="5" creationId="{08BA0582-EDE7-46F8-7B9A-33D4A979CB3E}"/>
          </ac:spMkLst>
        </pc:spChg>
        <pc:spChg chg="del">
          <ac:chgData name="Jeff F" userId="f003630136abceb0" providerId="LiveId" clId="{525E639F-B0A2-41DD-8345-DCA4498C44F4}" dt="2023-07-23T19:48:47.623" v="2751" actId="478"/>
          <ac:spMkLst>
            <pc:docMk/>
            <pc:sldMk cId="3890776304" sldId="301"/>
            <ac:spMk id="6" creationId="{44410209-5076-4902-0710-FB5CB3CD3FB0}"/>
          </ac:spMkLst>
        </pc:spChg>
        <pc:spChg chg="del">
          <ac:chgData name="Jeff F" userId="f003630136abceb0" providerId="LiveId" clId="{525E639F-B0A2-41DD-8345-DCA4498C44F4}" dt="2023-07-23T19:46:05.285" v="2734" actId="478"/>
          <ac:spMkLst>
            <pc:docMk/>
            <pc:sldMk cId="3890776304" sldId="301"/>
            <ac:spMk id="7" creationId="{8B95CEC2-2276-A504-0A2D-FC201EDB9A07}"/>
          </ac:spMkLst>
        </pc:spChg>
        <pc:spChg chg="add mod">
          <ac:chgData name="Jeff F" userId="f003630136abceb0" providerId="LiveId" clId="{525E639F-B0A2-41DD-8345-DCA4498C44F4}" dt="2023-07-23T19:50:37.079" v="2777"/>
          <ac:spMkLst>
            <pc:docMk/>
            <pc:sldMk cId="3890776304" sldId="301"/>
            <ac:spMk id="20" creationId="{5EE0C951-44AF-8BCF-4E17-2D10DE3E2F59}"/>
          </ac:spMkLst>
        </pc:spChg>
        <pc:spChg chg="add mod">
          <ac:chgData name="Jeff F" userId="f003630136abceb0" providerId="LiveId" clId="{525E639F-B0A2-41DD-8345-DCA4498C44F4}" dt="2023-07-23T19:51:21.391" v="2801" actId="1076"/>
          <ac:spMkLst>
            <pc:docMk/>
            <pc:sldMk cId="3890776304" sldId="301"/>
            <ac:spMk id="21" creationId="{CCB3EE2A-8EF5-2C51-2D6E-80D8CF7546CB}"/>
          </ac:spMkLst>
        </pc:spChg>
        <pc:picChg chg="del">
          <ac:chgData name="Jeff F" userId="f003630136abceb0" providerId="LiveId" clId="{525E639F-B0A2-41DD-8345-DCA4498C44F4}" dt="2023-07-23T19:46:14.351" v="2736" actId="478"/>
          <ac:picMkLst>
            <pc:docMk/>
            <pc:sldMk cId="3890776304" sldId="301"/>
            <ac:picMk id="3" creationId="{5D2B1B6B-ABDB-C155-E617-8503CAACD105}"/>
          </ac:picMkLst>
        </pc:picChg>
        <pc:picChg chg="add del mod">
          <ac:chgData name="Jeff F" userId="f003630136abceb0" providerId="LiveId" clId="{525E639F-B0A2-41DD-8345-DCA4498C44F4}" dt="2023-07-23T19:47:36.909" v="2740" actId="478"/>
          <ac:picMkLst>
            <pc:docMk/>
            <pc:sldMk cId="3890776304" sldId="301"/>
            <ac:picMk id="4" creationId="{09EEF898-8B7A-CAE5-3281-B6439CFA9AFA}"/>
          </ac:picMkLst>
        </pc:picChg>
        <pc:picChg chg="add del mod">
          <ac:chgData name="Jeff F" userId="f003630136abceb0" providerId="LiveId" clId="{525E639F-B0A2-41DD-8345-DCA4498C44F4}" dt="2023-07-23T19:47:49.122" v="2746" actId="22"/>
          <ac:picMkLst>
            <pc:docMk/>
            <pc:sldMk cId="3890776304" sldId="301"/>
            <ac:picMk id="9" creationId="{18BD3384-2598-0893-6A01-EB7F6646520C}"/>
          </ac:picMkLst>
        </pc:picChg>
        <pc:picChg chg="add mod">
          <ac:chgData name="Jeff F" userId="f003630136abceb0" providerId="LiveId" clId="{525E639F-B0A2-41DD-8345-DCA4498C44F4}" dt="2023-07-23T19:48:57.471" v="2755" actId="1076"/>
          <ac:picMkLst>
            <pc:docMk/>
            <pc:sldMk cId="3890776304" sldId="301"/>
            <ac:picMk id="12" creationId="{37B2FC8A-DBD6-7F95-0D83-70CD9E2BF7E4}"/>
          </ac:picMkLst>
        </pc:picChg>
        <pc:cxnChg chg="del">
          <ac:chgData name="Jeff F" userId="f003630136abceb0" providerId="LiveId" clId="{525E639F-B0A2-41DD-8345-DCA4498C44F4}" dt="2023-07-23T19:46:08.508" v="2735" actId="478"/>
          <ac:cxnSpMkLst>
            <pc:docMk/>
            <pc:sldMk cId="3890776304" sldId="301"/>
            <ac:cxnSpMk id="10" creationId="{A4AD0C74-E43E-5D75-FAD8-739E01DB3B9C}"/>
          </ac:cxnSpMkLst>
        </pc:cxnChg>
        <pc:cxnChg chg="add mod">
          <ac:chgData name="Jeff F" userId="f003630136abceb0" providerId="LiveId" clId="{525E639F-B0A2-41DD-8345-DCA4498C44F4}" dt="2023-07-23T19:49:49.188" v="2776" actId="692"/>
          <ac:cxnSpMkLst>
            <pc:docMk/>
            <pc:sldMk cId="3890776304" sldId="301"/>
            <ac:cxnSpMk id="14" creationId="{B7EF90E1-8F71-D829-E808-7786601D60A1}"/>
          </ac:cxnSpMkLst>
        </pc:cxnChg>
      </pc:sldChg>
      <pc:sldChg chg="delSp modSp add mod ord">
        <pc:chgData name="Jeff F" userId="f003630136abceb0" providerId="LiveId" clId="{525E639F-B0A2-41DD-8345-DCA4498C44F4}" dt="2023-07-23T19:55:49.508" v="2866" actId="13926"/>
        <pc:sldMkLst>
          <pc:docMk/>
          <pc:sldMk cId="2696000649" sldId="302"/>
        </pc:sldMkLst>
        <pc:spChg chg="del">
          <ac:chgData name="Jeff F" userId="f003630136abceb0" providerId="LiveId" clId="{525E639F-B0A2-41DD-8345-DCA4498C44F4}" dt="2023-07-23T19:52:51.106" v="2805" actId="478"/>
          <ac:spMkLst>
            <pc:docMk/>
            <pc:sldMk cId="2696000649" sldId="302"/>
            <ac:spMk id="5" creationId="{08BA0582-EDE7-46F8-7B9A-33D4A979CB3E}"/>
          </ac:spMkLst>
        </pc:spChg>
        <pc:spChg chg="mod">
          <ac:chgData name="Jeff F" userId="f003630136abceb0" providerId="LiveId" clId="{525E639F-B0A2-41DD-8345-DCA4498C44F4}" dt="2023-07-23T19:55:49.508" v="2866" actId="13926"/>
          <ac:spMkLst>
            <pc:docMk/>
            <pc:sldMk cId="2696000649" sldId="302"/>
            <ac:spMk id="6" creationId="{44410209-5076-4902-0710-FB5CB3CD3FB0}"/>
          </ac:spMkLst>
        </pc:spChg>
        <pc:spChg chg="del">
          <ac:chgData name="Jeff F" userId="f003630136abceb0" providerId="LiveId" clId="{525E639F-B0A2-41DD-8345-DCA4498C44F4}" dt="2023-07-23T19:52:54.258" v="2806" actId="478"/>
          <ac:spMkLst>
            <pc:docMk/>
            <pc:sldMk cId="2696000649" sldId="302"/>
            <ac:spMk id="7" creationId="{8B95CEC2-2276-A504-0A2D-FC201EDB9A07}"/>
          </ac:spMkLst>
        </pc:spChg>
        <pc:cxnChg chg="del">
          <ac:chgData name="Jeff F" userId="f003630136abceb0" providerId="LiveId" clId="{525E639F-B0A2-41DD-8345-DCA4498C44F4}" dt="2023-07-23T19:52:57.413" v="2807" actId="478"/>
          <ac:cxnSpMkLst>
            <pc:docMk/>
            <pc:sldMk cId="2696000649" sldId="302"/>
            <ac:cxnSpMk id="10" creationId="{A4AD0C74-E43E-5D75-FAD8-739E01DB3B9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A2AC56-E20D-4719-9E66-68604E547144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7DB7D-0C53-4255-829B-DFDF02E6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08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is a very versatile function in TSQL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65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it gets overused.</a:t>
            </a:r>
          </a:p>
          <a:p>
            <a:r>
              <a:rPr lang="en-US" dirty="0"/>
              <a:t>Do you or a loved one suffer from nested REPLACE statements?</a:t>
            </a:r>
          </a:p>
          <a:p>
            <a:r>
              <a:rPr lang="en-US" dirty="0"/>
              <a:t>Do you properly indent them? (probably not)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01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probably look like this.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48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with the prevalence of Autocorrect, smart-quotes and diacritics are becoming more commonplace within free-form data.</a:t>
            </a:r>
          </a:p>
          <a:p>
            <a:r>
              <a:rPr lang="en-US" dirty="0"/>
              <a:t>And they’re not forgiving when you search upon them.</a:t>
            </a:r>
          </a:p>
          <a:p>
            <a:r>
              <a:rPr lang="en-US" dirty="0"/>
              <a:t>With the examples I have here, these represent at least 10 REPLACE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5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similar functions in DB2, Oracle, and PostgreSQL.</a:t>
            </a:r>
          </a:p>
          <a:p>
            <a:endParaRPr lang="en-US" dirty="0"/>
          </a:p>
          <a:p>
            <a:r>
              <a:rPr lang="en-US" dirty="0"/>
              <a:t>It’s also perfectly fine to re-use characters as source. However, the logic exits out on the first match from left-to-right.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65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case-sensitive version represents more than 78 REPLACE statements:</a:t>
            </a:r>
          </a:p>
          <a:p>
            <a:r>
              <a:rPr lang="en-US" dirty="0"/>
              <a:t>A replace to transfer lowercase to an emoji character</a:t>
            </a:r>
          </a:p>
          <a:p>
            <a:r>
              <a:rPr lang="en-US" dirty="0"/>
              <a:t>- Nested within a replace to transfer uppercase to lowercase version</a:t>
            </a:r>
          </a:p>
          <a:p>
            <a:r>
              <a:rPr lang="en-US" dirty="0"/>
              <a:t>- Nested within a replace to transfer emoji to upper case version</a:t>
            </a:r>
          </a:p>
          <a:p>
            <a:endParaRPr lang="en-US" dirty="0"/>
          </a:p>
          <a:p>
            <a:r>
              <a:rPr lang="en-US" dirty="0"/>
              <a:t>If you used 52 REPLACE statements to attempt to re-enact this:</a:t>
            </a:r>
          </a:p>
          <a:p>
            <a:r>
              <a:rPr lang="en-US" dirty="0"/>
              <a:t>A replace to transfer lowercase to uppercase</a:t>
            </a:r>
          </a:p>
          <a:p>
            <a:r>
              <a:rPr lang="en-US" dirty="0"/>
              <a:t>- Nested within a replace to transfer uppercase to lowercase</a:t>
            </a:r>
          </a:p>
          <a:p>
            <a:r>
              <a:rPr lang="en-US" dirty="0"/>
              <a:t>Every letter would wind-up lowercase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496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Bonus: Try this exercise again with CHAR(0), the NULL character. What happens?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63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“Translated” </a:t>
            </a:r>
            <a:r>
              <a:rPr lang="en-US"/>
              <a:t>promoted datatypes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77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63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C753A-E3DF-D113-107E-2253D0CC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DFCB6-71EE-2925-8C00-494F9A1A3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403D5-2BA4-281A-1181-41A5F4CF9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940EF-8E16-9A7A-331B-5CC403B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ADC46-E43D-3565-404F-1C300C36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9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4C0C2-74B6-34BD-1AF8-873E82C9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9A790-354D-25A4-1207-686713283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8D49F-03B5-DC9A-5EB9-8852D472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37C-5BCE-1A44-0A55-4BB39D44B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D2537-D1B7-F981-D1C4-26C9EBCC5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5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A4E38-3D3B-AC3A-522E-3E6279A38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7CC59-0F62-8737-070E-3F7337650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DE316-876E-70F5-C4A2-7C981D413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8DFD8-BFB7-6F3E-D145-7BCE22B58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BD72A-3D29-E62C-1704-C507D1C14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839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B0EA4-D817-4FB6-623F-95DF6BA65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64AAD-4265-F373-6767-3F84C8FB9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882C45-611C-3F7F-B95C-62B4C5799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D42A4-DFFF-4BFA-AB29-1AEF4761E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2C8FE-21F8-6618-D9B8-4385EB4FA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5558D-A555-619F-BDBB-89B02BEEC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03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48D52-2772-4ECE-AA7C-0E79C6552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1FD2E-4ED9-379B-13FB-399443B70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73F70-FCD7-AC98-B529-EE0A1A653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54A138-5B91-738E-9290-CF36A6319A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432356-07BD-905F-6C5E-83E7B56A1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DC31F0-A17D-F4E0-74B7-7DAB02EB3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BCA1E3-951E-66EE-2979-77C379464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E87E8D-5B98-7C04-4EC7-2A6634EF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94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CBDED-E0C6-4206-D9E3-6CCC79ABB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19234-0980-0353-12AA-211FCE9F8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F65104-1009-44C6-3D8C-1B3190F76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4B41B-8E2A-D85B-7655-44C9B464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38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7E733B-B1B8-CDA0-C45F-FF95D036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BC0640-AB7D-D020-DC82-39F093DE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637BF-C631-48FF-604D-65F2A96D5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D7F69-85E6-9A57-78EC-CDF56847C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AA502-6061-964D-7670-0DE35E6AF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4EAF3-C838-4910-0BA4-6E7F19E7D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EAF64-E9D3-513A-ABD8-D873DA52B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DF29D-DDA8-F2F5-5257-A11EA1263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F0063-7D5C-D0C6-4CE5-E2E5B8716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699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901F5-F168-E9F5-CCCA-DFAB4C9EB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8A8A86-061C-2100-2F16-E41B4952BC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C2F05-94A8-3867-E69A-FBA4931DB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48DC7-E255-B95B-AFE1-F2C10BAF7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9CD03-A8C3-2660-E1B4-F21D57C95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991A6-CC57-740E-1D7F-75C9A464C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17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16729-0DA4-7A91-02B2-0E0900D7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58F4A-4C96-34BD-D2EA-87A286776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C7E5C-6B44-95A4-9FB6-0A1AB294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2CB06-1902-9CC4-DB2D-E6BDE018E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96AE5-7E5E-6A6F-72C2-BEA4CF57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46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47EE57-C87B-8F12-08CB-A4BD569B8B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EF6CAE-831D-499F-31D0-7278C2D1B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EF168-0037-4588-9D56-0C5613D55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CF4E2-48BD-14DC-78C0-C0BCF502D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37F64-FC63-A971-4A45-E59BBB0E0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B0A634-BD21-4DF6-381F-11BD00A1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A83E9-A0D8-F914-16B5-B6F2DF040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7D800-5817-325B-C5A6-21EC1EBBA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3A28C-D62F-4439-8BFC-9924939B4D00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F8152-504A-FE2C-1829-039E55492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8AE3F-4DBB-2792-F95C-B97FFDD4D2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61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ve Instructor-Led SQL Querying Advanced Training - Hands-on Course">
            <a:extLst>
              <a:ext uri="{FF2B5EF4-FFF2-40B4-BE49-F238E27FC236}">
                <a16:creationId xmlns:a16="http://schemas.microsoft.com/office/drawing/2014/main" id="{DFE403ED-A277-0B1F-929B-84674C9F6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2063" y="4829875"/>
            <a:ext cx="1698570" cy="178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44AD19-263C-C364-3CA4-77843A07E6F1}"/>
              </a:ext>
            </a:extLst>
          </p:cNvPr>
          <p:cNvSpPr txBox="1"/>
          <p:nvPr/>
        </p:nvSpPr>
        <p:spPr>
          <a:xfrm>
            <a:off x="1219200" y="1605776"/>
            <a:ext cx="93744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The </a:t>
            </a:r>
            <a:r>
              <a:rPr lang="en-US" sz="48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4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4800" b="1" dirty="0"/>
              <a:t> TSQL Operator</a:t>
            </a:r>
            <a:endParaRPr lang="en-US" sz="4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A837E6-C6D3-8E94-26F7-61AEC17E5634}"/>
              </a:ext>
            </a:extLst>
          </p:cNvPr>
          <p:cNvSpPr txBox="1"/>
          <p:nvPr/>
        </p:nvSpPr>
        <p:spPr>
          <a:xfrm>
            <a:off x="3364670" y="2967335"/>
            <a:ext cx="5563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An alternative to nested-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40614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410209-5076-4902-0710-FB5CB3CD3FB0}"/>
              </a:ext>
            </a:extLst>
          </p:cNvPr>
          <p:cNvSpPr txBox="1"/>
          <p:nvPr/>
        </p:nvSpPr>
        <p:spPr>
          <a:xfrm>
            <a:off x="981075" y="2279439"/>
            <a:ext cx="54063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'hello'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'e'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'a'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s-E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4B7F01-18FC-0134-829F-DE82552E8BE8}"/>
              </a:ext>
            </a:extLst>
          </p:cNvPr>
          <p:cNvSpPr txBox="1"/>
          <p:nvPr/>
        </p:nvSpPr>
        <p:spPr>
          <a:xfrm>
            <a:off x="738055" y="744925"/>
            <a:ext cx="105839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stringable</a:t>
            </a:r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what_phrase</a:t>
            </a:r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with_what</a:t>
            </a:r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D26083-FA3C-901C-884B-A94F10A0D1FB}"/>
              </a:ext>
            </a:extLst>
          </p:cNvPr>
          <p:cNvSpPr txBox="1"/>
          <p:nvPr/>
        </p:nvSpPr>
        <p:spPr>
          <a:xfrm>
            <a:off x="981075" y="4455914"/>
            <a:ext cx="54063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123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'3'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nsolas" panose="020B0609020204030204" pitchFamily="49" charset="0"/>
              </a:rPr>
              <a:t>'6'</a:t>
            </a:r>
            <a:r>
              <a:rPr lang="en-US" sz="2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74B8B0-A303-1D1D-3E99-08F362298D87}"/>
              </a:ext>
            </a:extLst>
          </p:cNvPr>
          <p:cNvSpPr txBox="1"/>
          <p:nvPr/>
        </p:nvSpPr>
        <p:spPr>
          <a:xfrm>
            <a:off x="6839503" y="2088358"/>
            <a:ext cx="45853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dirty="0" err="1"/>
              <a:t>Stringable</a:t>
            </a:r>
            <a:r>
              <a:rPr lang="en-US" dirty="0"/>
              <a:t>” refers to anything that can be represented as a string, including </a:t>
            </a:r>
            <a:r>
              <a:rPr lang="en-US" dirty="0" err="1"/>
              <a:t>numerics</a:t>
            </a:r>
            <a:r>
              <a:rPr lang="en-US" dirty="0"/>
              <a:t>, datetimes, </a:t>
            </a:r>
            <a:r>
              <a:rPr lang="en-US" dirty="0" err="1"/>
              <a:t>guids</a:t>
            </a:r>
            <a:r>
              <a:rPr lang="en-US" dirty="0"/>
              <a:t>, etc.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95F8E7-F4ED-2BD1-D94C-38120D18DDD4}"/>
              </a:ext>
            </a:extLst>
          </p:cNvPr>
          <p:cNvSpPr txBox="1"/>
          <p:nvPr/>
        </p:nvSpPr>
        <p:spPr>
          <a:xfrm>
            <a:off x="6839503" y="3376414"/>
            <a:ext cx="4482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characters in 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what_phrase</a:t>
            </a:r>
            <a:r>
              <a:rPr lang="en-US" dirty="0">
                <a:latin typeface="Consolas" panose="020B0609020204030204" pitchFamily="49" charset="0"/>
              </a:rPr>
              <a:t>) </a:t>
            </a:r>
            <a:r>
              <a:rPr lang="en-US" dirty="0"/>
              <a:t>do </a:t>
            </a:r>
            <a:r>
              <a:rPr lang="en-US" b="1" dirty="0"/>
              <a:t>not</a:t>
            </a:r>
            <a:r>
              <a:rPr lang="en-US" dirty="0"/>
              <a:t> have to equal number of characters in 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with_what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35BAF-BCE3-BA22-9B52-7A37E3EE1481}"/>
              </a:ext>
            </a:extLst>
          </p:cNvPr>
          <p:cNvSpPr txBox="1"/>
          <p:nvPr/>
        </p:nvSpPr>
        <p:spPr>
          <a:xfrm>
            <a:off x="6839503" y="2279439"/>
            <a:ext cx="4133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28E7AE-EB38-9B1C-ABDD-912D66020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684" y="3048421"/>
            <a:ext cx="3132723" cy="8692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257DC0-E182-BE6A-F00D-9AFF85521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683" y="4912043"/>
            <a:ext cx="3202061" cy="91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12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84DBA6-B21C-5ADD-9E6A-294ED35CD087}"/>
              </a:ext>
            </a:extLst>
          </p:cNvPr>
          <p:cNvSpPr txBox="1"/>
          <p:nvPr/>
        </p:nvSpPr>
        <p:spPr>
          <a:xfrm>
            <a:off x="1398270" y="1476405"/>
            <a:ext cx="93954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	    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	      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	        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ColumnName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'['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		 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']'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	    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'('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       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')'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FROM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...</a:t>
            </a:r>
            <a:endParaRPr lang="en-US" sz="6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271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84DBA6-B21C-5ADD-9E6A-294ED35CD087}"/>
              </a:ext>
            </a:extLst>
          </p:cNvPr>
          <p:cNvSpPr txBox="1"/>
          <p:nvPr/>
        </p:nvSpPr>
        <p:spPr>
          <a:xfrm>
            <a:off x="1325614" y="1933605"/>
            <a:ext cx="93954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ColumnName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'['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']'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'('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')'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FROM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...</a:t>
            </a:r>
            <a:endParaRPr lang="en-US" sz="6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" name="Picture 2" descr="Sticker de Snake-redfield sur mother of god meme rage comics choque ...">
            <a:extLst>
              <a:ext uri="{FF2B5EF4-FFF2-40B4-BE49-F238E27FC236}">
                <a16:creationId xmlns:a16="http://schemas.microsoft.com/office/drawing/2014/main" id="{62380748-2FEE-D864-81E8-29094577C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840" y="4660900"/>
            <a:ext cx="1574189" cy="1614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3303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60B561-9B3E-A968-2B4E-7319150C79C4}"/>
              </a:ext>
            </a:extLst>
          </p:cNvPr>
          <p:cNvSpPr txBox="1"/>
          <p:nvPr/>
        </p:nvSpPr>
        <p:spPr>
          <a:xfrm>
            <a:off x="1510146" y="5437227"/>
            <a:ext cx="6802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</a:rPr>
              <a:t>https://github.com/jbfoushee/MyPresentations/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7E1BF-9545-970E-5C17-B09523F51437}"/>
              </a:ext>
            </a:extLst>
          </p:cNvPr>
          <p:cNvSpPr txBox="1"/>
          <p:nvPr/>
        </p:nvSpPr>
        <p:spPr>
          <a:xfrm>
            <a:off x="1510146" y="4895212"/>
            <a:ext cx="74398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https://www.linkedin.com/in/jeff-foushee-13b80a100/</a:t>
            </a:r>
          </a:p>
        </p:txBody>
      </p:sp>
      <p:pic>
        <p:nvPicPr>
          <p:cNvPr id="1026" name="Picture 2" descr="Linkedin-logo | myCloudDoor - Expertise for Cloud Transition">
            <a:extLst>
              <a:ext uri="{FF2B5EF4-FFF2-40B4-BE49-F238E27FC236}">
                <a16:creationId xmlns:a16="http://schemas.microsoft.com/office/drawing/2014/main" id="{7541C2E9-3409-6A8C-14FE-E2F786407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3" y="4897215"/>
            <a:ext cx="678873" cy="38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Logo, symbol, meaning, history, PNG, brand">
            <a:extLst>
              <a:ext uri="{FF2B5EF4-FFF2-40B4-BE49-F238E27FC236}">
                <a16:creationId xmlns:a16="http://schemas.microsoft.com/office/drawing/2014/main" id="{4A4A3218-5674-2C67-8D76-BCC0445E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2" y="5451764"/>
            <a:ext cx="678874" cy="38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F63783-B000-A4BC-CCBD-ECC8D1236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0" y="1578919"/>
            <a:ext cx="2228212" cy="2228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A32F5C-E514-95A5-9E67-696F9A1524ED}"/>
              </a:ext>
            </a:extLst>
          </p:cNvPr>
          <p:cNvSpPr txBox="1"/>
          <p:nvPr/>
        </p:nvSpPr>
        <p:spPr>
          <a:xfrm>
            <a:off x="4225637" y="1020663"/>
            <a:ext cx="644236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Jeff Foushee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Server Database 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Programmer</a:t>
            </a: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Saturday speaker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Blackjack dealer</a:t>
            </a:r>
          </a:p>
        </p:txBody>
      </p:sp>
    </p:spTree>
    <p:extLst>
      <p:ext uri="{BB962C8B-B14F-4D97-AF65-F5344CB8AC3E}">
        <p14:creationId xmlns:p14="http://schemas.microsoft.com/office/powerpoint/2010/main" val="1691737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C727B97C-8C84-B0CF-9EE9-509843AFE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366286"/>
              </p:ext>
            </p:extLst>
          </p:nvPr>
        </p:nvGraphicFramePr>
        <p:xfrm>
          <a:off x="1697654" y="1783080"/>
          <a:ext cx="834931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568">
                  <a:extLst>
                    <a:ext uri="{9D8B030D-6E8A-4147-A177-3AD203B41FA5}">
                      <a16:colId xmlns:a16="http://schemas.microsoft.com/office/drawing/2014/main" val="2523046961"/>
                    </a:ext>
                  </a:extLst>
                </a:gridCol>
                <a:gridCol w="688079">
                  <a:extLst>
                    <a:ext uri="{9D8B030D-6E8A-4147-A177-3AD203B41FA5}">
                      <a16:colId xmlns:a16="http://schemas.microsoft.com/office/drawing/2014/main" val="2611898031"/>
                    </a:ext>
                  </a:extLst>
                </a:gridCol>
                <a:gridCol w="640224">
                  <a:extLst>
                    <a:ext uri="{9D8B030D-6E8A-4147-A177-3AD203B41FA5}">
                      <a16:colId xmlns:a16="http://schemas.microsoft.com/office/drawing/2014/main" val="1105414317"/>
                    </a:ext>
                  </a:extLst>
                </a:gridCol>
                <a:gridCol w="610745">
                  <a:extLst>
                    <a:ext uri="{9D8B030D-6E8A-4147-A177-3AD203B41FA5}">
                      <a16:colId xmlns:a16="http://schemas.microsoft.com/office/drawing/2014/main" val="42069502"/>
                    </a:ext>
                  </a:extLst>
                </a:gridCol>
                <a:gridCol w="669704">
                  <a:extLst>
                    <a:ext uri="{9D8B030D-6E8A-4147-A177-3AD203B41FA5}">
                      <a16:colId xmlns:a16="http://schemas.microsoft.com/office/drawing/2014/main" val="32723628"/>
                    </a:ext>
                  </a:extLst>
                </a:gridCol>
                <a:gridCol w="693577">
                  <a:extLst>
                    <a:ext uri="{9D8B030D-6E8A-4147-A177-3AD203B41FA5}">
                      <a16:colId xmlns:a16="http://schemas.microsoft.com/office/drawing/2014/main" val="1993664768"/>
                    </a:ext>
                  </a:extLst>
                </a:gridCol>
                <a:gridCol w="693577">
                  <a:extLst>
                    <a:ext uri="{9D8B030D-6E8A-4147-A177-3AD203B41FA5}">
                      <a16:colId xmlns:a16="http://schemas.microsoft.com/office/drawing/2014/main" val="2180007242"/>
                    </a:ext>
                  </a:extLst>
                </a:gridCol>
                <a:gridCol w="650895">
                  <a:extLst>
                    <a:ext uri="{9D8B030D-6E8A-4147-A177-3AD203B41FA5}">
                      <a16:colId xmlns:a16="http://schemas.microsoft.com/office/drawing/2014/main" val="2879221713"/>
                    </a:ext>
                  </a:extLst>
                </a:gridCol>
                <a:gridCol w="640224">
                  <a:extLst>
                    <a:ext uri="{9D8B030D-6E8A-4147-A177-3AD203B41FA5}">
                      <a16:colId xmlns:a16="http://schemas.microsoft.com/office/drawing/2014/main" val="2166799024"/>
                    </a:ext>
                  </a:extLst>
                </a:gridCol>
                <a:gridCol w="554862">
                  <a:extLst>
                    <a:ext uri="{9D8B030D-6E8A-4147-A177-3AD203B41FA5}">
                      <a16:colId xmlns:a16="http://schemas.microsoft.com/office/drawing/2014/main" val="1449919326"/>
                    </a:ext>
                  </a:extLst>
                </a:gridCol>
                <a:gridCol w="554862">
                  <a:extLst>
                    <a:ext uri="{9D8B030D-6E8A-4147-A177-3AD203B41FA5}">
                      <a16:colId xmlns:a16="http://schemas.microsoft.com/office/drawing/2014/main" val="4164644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Replace these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ñ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é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“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”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‘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’</a:t>
                      </a:r>
                      <a:endParaRPr lang="en-US" sz="2400" b="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265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With these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n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e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'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'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5630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4410209-5076-4902-0710-FB5CB3CD3FB0}"/>
              </a:ext>
            </a:extLst>
          </p:cNvPr>
          <p:cNvSpPr txBox="1"/>
          <p:nvPr/>
        </p:nvSpPr>
        <p:spPr>
          <a:xfrm>
            <a:off x="1697654" y="3354906"/>
            <a:ext cx="85093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@_beforemap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12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'[]{}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ñé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“”</a:t>
            </a:r>
            <a:r>
              <a:rPr lang="en-US" sz="2400" b="0" i="0" u="none" strike="noStrike" kern="12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‘</a:t>
            </a:r>
            <a:r>
              <a:rPr lang="en-US" sz="2400" b="1" i="0" u="none" strike="noStrike" kern="12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s-E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s-E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@_aftermap  </a:t>
            </a:r>
            <a:r>
              <a:rPr lang="es-E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s-E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12</a:t>
            </a:r>
            <a:r>
              <a:rPr lang="es-E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s-E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s-E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s-ES" sz="2400" dirty="0">
                <a:solidFill>
                  <a:srgbClr val="FF0000"/>
                </a:solidFill>
                <a:latin typeface="Consolas" panose="020B0609020204030204" pitchFamily="49" charset="0"/>
              </a:rPr>
              <a:t>()()</a:t>
            </a:r>
            <a:r>
              <a:rPr lang="es-E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ne</a:t>
            </a:r>
            <a:r>
              <a:rPr lang="es-ES" sz="2400" dirty="0">
                <a:solidFill>
                  <a:srgbClr val="FF0000"/>
                </a:solidFill>
                <a:latin typeface="Consolas" panose="020B0609020204030204" pitchFamily="49" charset="0"/>
              </a:rPr>
              <a:t>""''''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endParaRPr lang="es-E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9B0CE83-739D-0A2E-0052-883F3A861FF3}"/>
              </a:ext>
            </a:extLst>
          </p:cNvPr>
          <p:cNvGrpSpPr/>
          <p:nvPr/>
        </p:nvGrpSpPr>
        <p:grpSpPr>
          <a:xfrm>
            <a:off x="3589020" y="1165778"/>
            <a:ext cx="6469381" cy="1562457"/>
            <a:chOff x="3589020" y="1554398"/>
            <a:chExt cx="6469381" cy="156245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CB864BE-8227-C370-03FB-06704CC04208}"/>
                </a:ext>
              </a:extLst>
            </p:cNvPr>
            <p:cNvSpPr/>
            <p:nvPr/>
          </p:nvSpPr>
          <p:spPr>
            <a:xfrm>
              <a:off x="3589020" y="2061209"/>
              <a:ext cx="742950" cy="1055169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F541F3F-2E7A-85DA-4504-6D285F66690C}"/>
                </a:ext>
              </a:extLst>
            </p:cNvPr>
            <p:cNvSpPr/>
            <p:nvPr/>
          </p:nvSpPr>
          <p:spPr>
            <a:xfrm>
              <a:off x="4331970" y="2061210"/>
              <a:ext cx="651510" cy="1053264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A874CF4-E5EF-3EAD-57C7-A1E007361EF9}"/>
                </a:ext>
              </a:extLst>
            </p:cNvPr>
            <p:cNvSpPr/>
            <p:nvPr/>
          </p:nvSpPr>
          <p:spPr>
            <a:xfrm>
              <a:off x="4983480" y="2061210"/>
              <a:ext cx="651510" cy="1053264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B1C2D9B-D4BC-0E8B-0B36-BDFCB8621DD7}"/>
                </a:ext>
              </a:extLst>
            </p:cNvPr>
            <p:cNvSpPr/>
            <p:nvPr/>
          </p:nvSpPr>
          <p:spPr>
            <a:xfrm>
              <a:off x="5634990" y="2061209"/>
              <a:ext cx="588346" cy="1055169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140290-970C-86EB-BA83-0DD98D3DC7A5}"/>
                </a:ext>
              </a:extLst>
            </p:cNvPr>
            <p:cNvSpPr/>
            <p:nvPr/>
          </p:nvSpPr>
          <p:spPr>
            <a:xfrm>
              <a:off x="6223336" y="2061209"/>
              <a:ext cx="668954" cy="1055646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0409B94-52AA-E2F2-AA65-392F1E1F9C52}"/>
                </a:ext>
              </a:extLst>
            </p:cNvPr>
            <p:cNvSpPr/>
            <p:nvPr/>
          </p:nvSpPr>
          <p:spPr>
            <a:xfrm>
              <a:off x="6892290" y="2059782"/>
              <a:ext cx="714076" cy="1054692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7BFC6C0-5130-BBA9-BFA7-A4D17F8932D1}"/>
                </a:ext>
              </a:extLst>
            </p:cNvPr>
            <p:cNvSpPr/>
            <p:nvPr/>
          </p:nvSpPr>
          <p:spPr>
            <a:xfrm>
              <a:off x="7606366" y="2059781"/>
              <a:ext cx="680384" cy="1054692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E185306-413E-373A-2722-C777B06C6C6A}"/>
                </a:ext>
              </a:extLst>
            </p:cNvPr>
            <p:cNvSpPr/>
            <p:nvPr/>
          </p:nvSpPr>
          <p:spPr>
            <a:xfrm>
              <a:off x="8286750" y="2059305"/>
              <a:ext cx="640080" cy="1054692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A558473-74EC-DA2D-9B7C-28FE3ED38CD7}"/>
                </a:ext>
              </a:extLst>
            </p:cNvPr>
            <p:cNvSpPr/>
            <p:nvPr/>
          </p:nvSpPr>
          <p:spPr>
            <a:xfrm>
              <a:off x="8926830" y="2059304"/>
              <a:ext cx="560070" cy="1056121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FD7F4A-4E48-EAEE-27C8-DCB776CBAE5D}"/>
                </a:ext>
              </a:extLst>
            </p:cNvPr>
            <p:cNvSpPr/>
            <p:nvPr/>
          </p:nvSpPr>
          <p:spPr>
            <a:xfrm>
              <a:off x="9486900" y="2059305"/>
              <a:ext cx="571501" cy="1054692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301A752-56E3-E3B3-FCDF-7108E7DFD799}"/>
                </a:ext>
              </a:extLst>
            </p:cNvPr>
            <p:cNvSpPr txBox="1"/>
            <p:nvPr/>
          </p:nvSpPr>
          <p:spPr>
            <a:xfrm>
              <a:off x="4469130" y="1554398"/>
              <a:ext cx="50063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Represents 10+ nested </a:t>
              </a:r>
              <a:r>
                <a:rPr lang="en-US" sz="2000" dirty="0">
                  <a:solidFill>
                    <a:srgbClr val="FF00FF"/>
                  </a:solidFill>
                  <a:latin typeface="Consolas" panose="020B0609020204030204" pitchFamily="49" charset="0"/>
                </a:rPr>
                <a:t>REPLACE</a:t>
              </a:r>
              <a:r>
                <a:rPr lang="en-US" sz="20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()</a:t>
              </a:r>
              <a:r>
                <a:rPr lang="en-US" sz="2000" dirty="0"/>
                <a:t> functions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B584DC2-0267-771C-57F5-14518C56C815}"/>
              </a:ext>
            </a:extLst>
          </p:cNvPr>
          <p:cNvGrpSpPr/>
          <p:nvPr/>
        </p:nvGrpSpPr>
        <p:grpSpPr>
          <a:xfrm>
            <a:off x="1697654" y="4490903"/>
            <a:ext cx="3285826" cy="1592397"/>
            <a:chOff x="1697654" y="5277669"/>
            <a:chExt cx="1448603" cy="70485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4F59BBD-EFC3-A84C-DC96-39DD58A89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17507" y="5277669"/>
              <a:ext cx="1428750" cy="24765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4894A01-9154-E085-44FB-DCEF79C89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7654" y="5525319"/>
              <a:ext cx="1114425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3938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410209-5076-4902-0710-FB5CB3CD3FB0}"/>
              </a:ext>
            </a:extLst>
          </p:cNvPr>
          <p:cNvSpPr txBox="1"/>
          <p:nvPr/>
        </p:nvSpPr>
        <p:spPr>
          <a:xfrm>
            <a:off x="1263314" y="1737336"/>
            <a:ext cx="979838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@_beforemap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12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'[]{}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ñé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“”‘’'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s-E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s-E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@_aftermap  </a:t>
            </a:r>
            <a:r>
              <a:rPr lang="es-E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s-E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s-ES" sz="2400" dirty="0">
                <a:solidFill>
                  <a:srgbClr val="000000"/>
                </a:solidFill>
                <a:latin typeface="Consolas" panose="020B0609020204030204" pitchFamily="49" charset="0"/>
              </a:rPr>
              <a:t>12</a:t>
            </a:r>
            <a:r>
              <a:rPr lang="es-E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s-E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s-E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400" dirty="0">
                <a:solidFill>
                  <a:srgbClr val="FF0000"/>
                </a:solidFill>
                <a:latin typeface="Consolas" panose="020B0609020204030204" pitchFamily="49" charset="0"/>
              </a:rPr>
              <a:t>'()()</a:t>
            </a:r>
            <a:r>
              <a:rPr lang="es-E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ne</a:t>
            </a:r>
            <a:r>
              <a:rPr lang="es-ES" sz="2400" dirty="0">
                <a:solidFill>
                  <a:srgbClr val="FF0000"/>
                </a:solidFill>
                <a:latin typeface="Consolas" panose="020B0609020204030204" pitchFamily="49" charset="0"/>
              </a:rPr>
              <a:t>""'''''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TRANSLATE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'“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héllo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{}”'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@_beforemap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@_aftermap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TRANSLATE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'“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héllo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{}”'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'[]{}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ñé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“”‘’'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400" dirty="0">
                <a:solidFill>
                  <a:srgbClr val="FF0000"/>
                </a:solidFill>
                <a:latin typeface="Consolas" panose="020B0609020204030204" pitchFamily="49" charset="0"/>
              </a:rPr>
              <a:t>'()()</a:t>
            </a:r>
            <a:r>
              <a:rPr lang="es-E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ne</a:t>
            </a:r>
            <a:r>
              <a:rPr lang="es-ES" sz="2400" dirty="0">
                <a:solidFill>
                  <a:srgbClr val="FF0000"/>
                </a:solidFill>
                <a:latin typeface="Consolas" panose="020B0609020204030204" pitchFamily="49" charset="0"/>
              </a:rPr>
              <a:t>""'''''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endParaRPr lang="es-E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AF7641-FEE5-2DF0-4ACD-B1E9978FD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314" y="4267200"/>
            <a:ext cx="3126468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521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57772F-3EC1-B3DB-B492-14ABFE8C82B5}"/>
              </a:ext>
            </a:extLst>
          </p:cNvPr>
          <p:cNvSpPr txBox="1"/>
          <p:nvPr/>
        </p:nvSpPr>
        <p:spPr>
          <a:xfrm>
            <a:off x="1092895" y="1488828"/>
            <a:ext cx="970453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DECLARE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@_beforemap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'$.,'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DECLARE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@_aftermap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'€,.'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DECLARE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@_amount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'$2,345.34'</a:t>
            </a:r>
          </a:p>
          <a:p>
            <a:endParaRPr lang="en-US" sz="2000" dirty="0">
              <a:solidFill>
                <a:srgbClr val="FF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@_amount</a:t>
            </a:r>
          </a:p>
          <a:p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20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TRANSLATE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@_amount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@_beforemap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@_aftermap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sz="20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E6594B-04DE-D927-A606-6F7B3419A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423" y="4596070"/>
            <a:ext cx="2739765" cy="7731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83E39D-01BE-CFBE-15B0-1252865F7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423" y="3429000"/>
            <a:ext cx="2739765" cy="77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732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410209-5076-4902-0710-FB5CB3CD3FB0}"/>
              </a:ext>
            </a:extLst>
          </p:cNvPr>
          <p:cNvSpPr txBox="1"/>
          <p:nvPr/>
        </p:nvSpPr>
        <p:spPr>
          <a:xfrm>
            <a:off x="981075" y="2279439"/>
            <a:ext cx="51149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'hello'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'E'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'A'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DAC873-F9E8-47FF-1565-EB69C5EBD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685" y="2751641"/>
            <a:ext cx="3248025" cy="10826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4B7F01-18FC-0134-829F-DE82552E8BE8}"/>
              </a:ext>
            </a:extLst>
          </p:cNvPr>
          <p:cNvSpPr txBox="1"/>
          <p:nvPr/>
        </p:nvSpPr>
        <p:spPr>
          <a:xfrm>
            <a:off x="738055" y="744925"/>
            <a:ext cx="105839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stringable</a:t>
            </a:r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before_map</a:t>
            </a:r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after_map</a:t>
            </a:r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D26083-FA3C-901C-884B-A94F10A0D1FB}"/>
              </a:ext>
            </a:extLst>
          </p:cNvPr>
          <p:cNvSpPr txBox="1"/>
          <p:nvPr/>
        </p:nvSpPr>
        <p:spPr>
          <a:xfrm>
            <a:off x="981075" y="4455914"/>
            <a:ext cx="46539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123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'3'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'6'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B8AAB5-D999-1FB5-A135-CE07AE425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685" y="4989453"/>
            <a:ext cx="3092831" cy="9147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B23E60F-B8F5-C3A2-3174-0B72A33E9786}"/>
              </a:ext>
            </a:extLst>
          </p:cNvPr>
          <p:cNvSpPr txBox="1"/>
          <p:nvPr/>
        </p:nvSpPr>
        <p:spPr>
          <a:xfrm>
            <a:off x="6839503" y="3734492"/>
            <a:ext cx="4616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Case-sensitivity is determined by collation hierarchy (instance, database, column, query)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74B8B0-A303-1D1D-3E99-08F362298D87}"/>
              </a:ext>
            </a:extLst>
          </p:cNvPr>
          <p:cNvSpPr txBox="1"/>
          <p:nvPr/>
        </p:nvSpPr>
        <p:spPr>
          <a:xfrm>
            <a:off x="6855296" y="2717071"/>
            <a:ext cx="45853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dirty="0" err="1"/>
              <a:t>Stringable</a:t>
            </a:r>
            <a:r>
              <a:rPr lang="en-US" dirty="0"/>
              <a:t>” refers to anything that can be represented as a string, including </a:t>
            </a:r>
            <a:r>
              <a:rPr lang="en-US" dirty="0" err="1"/>
              <a:t>numerics</a:t>
            </a:r>
            <a:r>
              <a:rPr lang="en-US" dirty="0"/>
              <a:t>, datetimes, </a:t>
            </a:r>
            <a:r>
              <a:rPr lang="en-US" dirty="0" err="1"/>
              <a:t>guids</a:t>
            </a:r>
            <a:r>
              <a:rPr lang="en-US" dirty="0"/>
              <a:t>, etc.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95F8E7-F4ED-2BD1-D94C-38120D18DDD4}"/>
              </a:ext>
            </a:extLst>
          </p:cNvPr>
          <p:cNvSpPr txBox="1"/>
          <p:nvPr/>
        </p:nvSpPr>
        <p:spPr>
          <a:xfrm>
            <a:off x="6839503" y="4523513"/>
            <a:ext cx="4482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characters in 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before_map</a:t>
            </a:r>
            <a:r>
              <a:rPr lang="en-US" dirty="0">
                <a:latin typeface="Consolas" panose="020B0609020204030204" pitchFamily="49" charset="0"/>
              </a:rPr>
              <a:t>) </a:t>
            </a:r>
            <a:r>
              <a:rPr lang="en-US" dirty="0"/>
              <a:t>must equal number of characters in 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after_map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ED86D3-6D21-34D8-CF80-4CEED75C90B6}"/>
              </a:ext>
            </a:extLst>
          </p:cNvPr>
          <p:cNvSpPr txBox="1"/>
          <p:nvPr/>
        </p:nvSpPr>
        <p:spPr>
          <a:xfrm>
            <a:off x="6839503" y="5594661"/>
            <a:ext cx="4251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Perfectly fine to re-use characters as targets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435BAF-BCE3-BA22-9B52-7A37E3EE1481}"/>
              </a:ext>
            </a:extLst>
          </p:cNvPr>
          <p:cNvSpPr txBox="1"/>
          <p:nvPr/>
        </p:nvSpPr>
        <p:spPr>
          <a:xfrm>
            <a:off x="6839503" y="2279439"/>
            <a:ext cx="4133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EDE160-7D69-8F14-2226-A936D76799A3}"/>
              </a:ext>
            </a:extLst>
          </p:cNvPr>
          <p:cNvSpPr txBox="1"/>
          <p:nvPr/>
        </p:nvSpPr>
        <p:spPr>
          <a:xfrm>
            <a:off x="6839503" y="2161722"/>
            <a:ext cx="401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Requires MS SQL 2017+</a:t>
            </a:r>
          </a:p>
        </p:txBody>
      </p:sp>
    </p:spTree>
    <p:extLst>
      <p:ext uri="{BB962C8B-B14F-4D97-AF65-F5344CB8AC3E}">
        <p14:creationId xmlns:p14="http://schemas.microsoft.com/office/powerpoint/2010/main" val="139304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B567-6659-70E4-8D1A-58FA4C66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Collation (Case-Sensitivity) Hierarchy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48302-1F57-40F3-55E7-F6BB2DC8725D}"/>
              </a:ext>
            </a:extLst>
          </p:cNvPr>
          <p:cNvSpPr txBox="1"/>
          <p:nvPr/>
        </p:nvSpPr>
        <p:spPr>
          <a:xfrm>
            <a:off x="977029" y="1841326"/>
            <a:ext cx="4058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Instance – What was set when SQL Server was first installed?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5E3141-A63E-884B-2AD4-9DD5BDE0E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462" y="1562100"/>
            <a:ext cx="5648325" cy="4495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53F0D2-EDE0-117B-D759-20EFC0A40B80}"/>
              </a:ext>
            </a:extLst>
          </p:cNvPr>
          <p:cNvSpPr txBox="1"/>
          <p:nvPr/>
        </p:nvSpPr>
        <p:spPr>
          <a:xfrm>
            <a:off x="1216916" y="3121223"/>
            <a:ext cx="38185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SERVERPROPERTY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'collation'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34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B567-6659-70E4-8D1A-58FA4C66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Collation (Case-Sensitivity) Hierarchy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48302-1F57-40F3-55E7-F6BB2DC8725D}"/>
              </a:ext>
            </a:extLst>
          </p:cNvPr>
          <p:cNvSpPr txBox="1"/>
          <p:nvPr/>
        </p:nvSpPr>
        <p:spPr>
          <a:xfrm>
            <a:off x="977029" y="1841326"/>
            <a:ext cx="4058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Instance – What was set when SQL Server was first installed?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797DD-918D-ABD0-75B7-821950A001EF}"/>
              </a:ext>
            </a:extLst>
          </p:cNvPr>
          <p:cNvSpPr txBox="1"/>
          <p:nvPr/>
        </p:nvSpPr>
        <p:spPr>
          <a:xfrm>
            <a:off x="1316274" y="2621072"/>
            <a:ext cx="3379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– Default or explicit?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3C1E75-96EE-AE71-EB80-364BD32CD2B1}"/>
              </a:ext>
            </a:extLst>
          </p:cNvPr>
          <p:cNvSpPr txBox="1"/>
          <p:nvPr/>
        </p:nvSpPr>
        <p:spPr>
          <a:xfrm>
            <a:off x="1280992" y="3867597"/>
            <a:ext cx="393534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DATABASEPROPERTYEX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</a:p>
          <a:p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	</a:t>
            </a:r>
            <a:r>
              <a:rPr lang="en-US" sz="14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DB_NAME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(),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'collation'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endParaRPr lang="en-US" sz="14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[name]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collation_name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sys.databases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WHERE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DB_NAME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A301E4-7435-5DB7-B34C-9A5230A20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218" y="1841326"/>
            <a:ext cx="5956582" cy="285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48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B567-6659-70E4-8D1A-58FA4C66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Collation (Case-Sensitivity) Hierarchy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48302-1F57-40F3-55E7-F6BB2DC8725D}"/>
              </a:ext>
            </a:extLst>
          </p:cNvPr>
          <p:cNvSpPr txBox="1"/>
          <p:nvPr/>
        </p:nvSpPr>
        <p:spPr>
          <a:xfrm>
            <a:off x="977029" y="1841326"/>
            <a:ext cx="4058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Instance – What was set when SQL Server was first installed?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797DD-918D-ABD0-75B7-821950A001EF}"/>
              </a:ext>
            </a:extLst>
          </p:cNvPr>
          <p:cNvSpPr txBox="1"/>
          <p:nvPr/>
        </p:nvSpPr>
        <p:spPr>
          <a:xfrm>
            <a:off x="1316274" y="2621072"/>
            <a:ext cx="3379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– Default or explicit?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C365DF-CA11-3A1D-7F7A-AD180571F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32" y="2164491"/>
            <a:ext cx="4800600" cy="2657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BAEED8-77C3-6C71-B02B-8049F2C40678}"/>
              </a:ext>
            </a:extLst>
          </p:cNvPr>
          <p:cNvSpPr txBox="1"/>
          <p:nvPr/>
        </p:nvSpPr>
        <p:spPr>
          <a:xfrm>
            <a:off x="1655521" y="3429000"/>
            <a:ext cx="3617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Table Column – Database default or explicit?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93BBBC-860B-7462-E006-437B6656733C}"/>
              </a:ext>
            </a:extLst>
          </p:cNvPr>
          <p:cNvSpPr txBox="1"/>
          <p:nvPr/>
        </p:nvSpPr>
        <p:spPr>
          <a:xfrm>
            <a:off x="1335376" y="4637349"/>
            <a:ext cx="609805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TABLE_SCHEMA</a:t>
            </a:r>
            <a:r>
              <a:rPr lang="en-US" sz="105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TABLE_NAME</a:t>
            </a:r>
            <a:r>
              <a:rPr lang="en-US" sz="105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COLUMN_NAME</a:t>
            </a:r>
          </a:p>
          <a:p>
            <a:r>
              <a:rPr lang="en-US" sz="105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DATA_TYPE</a:t>
            </a:r>
          </a:p>
          <a:p>
            <a:r>
              <a:rPr lang="en-US" sz="105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COLLATION_NAME</a:t>
            </a:r>
          </a:p>
          <a:p>
            <a:r>
              <a:rPr lang="en-US" sz="105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CASE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sz="105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105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050" dirty="0" err="1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IsNull</a:t>
            </a:r>
            <a:r>
              <a:rPr lang="en-US" sz="105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COLLATION_NAME</a:t>
            </a:r>
            <a:r>
              <a:rPr lang="en-US" sz="105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''</a:t>
            </a:r>
            <a:r>
              <a:rPr lang="en-US" sz="105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WHEN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''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THEN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''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WHEN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sz="105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105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DATABASEPROPERTYEX</a:t>
            </a:r>
            <a:r>
              <a:rPr lang="en-US" sz="105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05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DB_NAME</a:t>
            </a:r>
            <a:r>
              <a:rPr lang="en-US" sz="105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(),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'collation'</a:t>
            </a:r>
            <a:r>
              <a:rPr lang="en-US" sz="105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THEN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''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ELSE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'*'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END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Not_DB_Collation</a:t>
            </a:r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INFORMATION_SCHEMA.COLUMNS</a:t>
            </a:r>
          </a:p>
          <a:p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BY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TABLE_SCHEMA</a:t>
            </a:r>
            <a:r>
              <a:rPr lang="en-US" sz="105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TABLE_NAME</a:t>
            </a:r>
            <a:r>
              <a:rPr lang="en-US" sz="105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COLUMN_NAME</a:t>
            </a:r>
            <a:endParaRPr lang="en-US" sz="105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36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B567-6659-70E4-8D1A-58FA4C66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Collation (Case-Sensitivity) Hierarchy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48302-1F57-40F3-55E7-F6BB2DC8725D}"/>
              </a:ext>
            </a:extLst>
          </p:cNvPr>
          <p:cNvSpPr txBox="1"/>
          <p:nvPr/>
        </p:nvSpPr>
        <p:spPr>
          <a:xfrm>
            <a:off x="977029" y="1841326"/>
            <a:ext cx="4058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Instance – What was set when SQL Server was first installed?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797DD-918D-ABD0-75B7-821950A001EF}"/>
              </a:ext>
            </a:extLst>
          </p:cNvPr>
          <p:cNvSpPr txBox="1"/>
          <p:nvPr/>
        </p:nvSpPr>
        <p:spPr>
          <a:xfrm>
            <a:off x="1316274" y="2621072"/>
            <a:ext cx="3379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– Default or explicit?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BAEED8-77C3-6C71-B02B-8049F2C40678}"/>
              </a:ext>
            </a:extLst>
          </p:cNvPr>
          <p:cNvSpPr txBox="1"/>
          <p:nvPr/>
        </p:nvSpPr>
        <p:spPr>
          <a:xfrm>
            <a:off x="1655521" y="3429000"/>
            <a:ext cx="3617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Table Column – Database default or explicit?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8AFCA-8F9E-FDA2-5AA6-6252AEAA4D13}"/>
              </a:ext>
            </a:extLst>
          </p:cNvPr>
          <p:cNvSpPr txBox="1"/>
          <p:nvPr/>
        </p:nvSpPr>
        <p:spPr>
          <a:xfrm>
            <a:off x="2133598" y="4225969"/>
            <a:ext cx="3617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Query-level – temporarily treat it differently for calculation purposes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531693-F528-5FD2-0B05-D3A2F61A521D}"/>
              </a:ext>
            </a:extLst>
          </p:cNvPr>
          <p:cNvSpPr txBox="1"/>
          <p:nvPr/>
        </p:nvSpPr>
        <p:spPr>
          <a:xfrm>
            <a:off x="6112703" y="4075331"/>
            <a:ext cx="49133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chemeClr val="accent2">
                    <a:lumMod val="50000"/>
                  </a:schemeClr>
                </a:solidFill>
                <a:effectLst/>
                <a:latin typeface="-apple-system"/>
              </a:rPr>
              <a:t>Cannot resolve the collation conflict between "SQL_Latin1_General_CP1_CI_AS" and "Latin1_General_CI_AS" in the equal to operation.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5825F3-9331-6164-FD25-0B6153355097}"/>
              </a:ext>
            </a:extLst>
          </p:cNvPr>
          <p:cNvSpPr txBox="1"/>
          <p:nvPr/>
        </p:nvSpPr>
        <p:spPr>
          <a:xfrm>
            <a:off x="6096000" y="2625056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Table_1 t1</a:t>
            </a:r>
          </a:p>
          <a:p>
            <a:r>
              <a:rPr lang="fr-FR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fr-FR" sz="180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INNER</a:t>
            </a:r>
            <a:r>
              <a:rPr lang="fr-FR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fr-FR" sz="180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JOIN</a:t>
            </a:r>
            <a:r>
              <a:rPr lang="fr-FR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Table_2 t2</a:t>
            </a:r>
          </a:p>
          <a:p>
            <a:r>
              <a:rPr lang="en-US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t1</a:t>
            </a:r>
            <a:r>
              <a:rPr lang="en-US" sz="180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SomeColumn </a:t>
            </a:r>
            <a:r>
              <a:rPr lang="en-US" sz="180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t2</a:t>
            </a:r>
            <a:r>
              <a:rPr lang="en-US" sz="180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SomeColumn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DAC6CB-BA0C-C066-3766-66035BDA4E15}"/>
              </a:ext>
            </a:extLst>
          </p:cNvPr>
          <p:cNvSpPr txBox="1"/>
          <p:nvPr/>
        </p:nvSpPr>
        <p:spPr>
          <a:xfrm>
            <a:off x="6041720" y="1905506"/>
            <a:ext cx="5366359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Table_1 t1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fr-FR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INNER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JOIN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Table_2 t2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t1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SomeColumn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COLLATE</a:t>
            </a:r>
          </a:p>
          <a:p>
            <a:r>
              <a:rPr lang="en-US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SQL_Latin1_General_CP1_CI_AS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t2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SomeColumn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82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9EE55F7-A509-833B-6B17-93F3A4528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090" y="1655504"/>
            <a:ext cx="9859027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@_beforemap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100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ABCDEFGHIJKLMNOPQRSTUVWXYZabcdefghijklmnopqrstuvwxyz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@_aftermap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100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NOPQRSTUVWXYZABCDEFGHIJKLMnopqrstuvwxyzabcdefghijklm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  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'Hello'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COLLATE</a:t>
            </a: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Latin1_General_CS_AS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@_beforemap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@_aftermap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[Value]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  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'Hello'</a:t>
            </a:r>
            <a:endParaRPr lang="en-US" sz="24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@_beforemap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@_aftermap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[Value]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8F514F-F40E-03CC-E40C-F65960AC64B5}"/>
              </a:ext>
            </a:extLst>
          </p:cNvPr>
          <p:cNvSpPr txBox="1"/>
          <p:nvPr/>
        </p:nvSpPr>
        <p:spPr>
          <a:xfrm>
            <a:off x="7652784" y="558770"/>
            <a:ext cx="3455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ROT-13 Encryption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D602FA-F060-9FC7-0047-7D24AD78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989" y="3429000"/>
            <a:ext cx="2232025" cy="1057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417494-9E8B-E8A0-1EDB-0B48BBBA8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789" y="4903657"/>
            <a:ext cx="2322229" cy="10572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EAAA29-BE03-136B-952B-BAA96411D324}"/>
              </a:ext>
            </a:extLst>
          </p:cNvPr>
          <p:cNvSpPr txBox="1"/>
          <p:nvPr/>
        </p:nvSpPr>
        <p:spPr>
          <a:xfrm>
            <a:off x="10109835" y="4022366"/>
            <a:ext cx="139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(Mixed-case)</a:t>
            </a:r>
          </a:p>
        </p:txBody>
      </p:sp>
    </p:spTree>
    <p:extLst>
      <p:ext uri="{BB962C8B-B14F-4D97-AF65-F5344CB8AC3E}">
        <p14:creationId xmlns:p14="http://schemas.microsoft.com/office/powerpoint/2010/main" val="3831394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pirit Level Set - Lidl — Northern Ireland - Specials archive">
            <a:extLst>
              <a:ext uri="{FF2B5EF4-FFF2-40B4-BE49-F238E27FC236}">
                <a16:creationId xmlns:a16="http://schemas.microsoft.com/office/drawing/2014/main" id="{C03725A5-E480-063B-31D9-AA91FDF62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560" y="994410"/>
            <a:ext cx="7231380" cy="542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379E86-9C8F-00E3-B9DC-0F7F94CB2C93}"/>
              </a:ext>
            </a:extLst>
          </p:cNvPr>
          <p:cNvSpPr txBox="1"/>
          <p:nvPr/>
        </p:nvSpPr>
        <p:spPr>
          <a:xfrm>
            <a:off x="742950" y="674370"/>
            <a:ext cx="8873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Time for a level-set….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DB1CC-A580-CD65-8EA0-59EDAD3F3E47}"/>
              </a:ext>
            </a:extLst>
          </p:cNvPr>
          <p:cNvSpPr txBox="1"/>
          <p:nvPr/>
        </p:nvSpPr>
        <p:spPr>
          <a:xfrm>
            <a:off x="5634990" y="4994910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(level set)</a:t>
            </a:r>
          </a:p>
        </p:txBody>
      </p:sp>
    </p:spTree>
    <p:extLst>
      <p:ext uri="{BB962C8B-B14F-4D97-AF65-F5344CB8AC3E}">
        <p14:creationId xmlns:p14="http://schemas.microsoft.com/office/powerpoint/2010/main" val="4037735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35F-BD36-FF60-9589-F69DED5C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3848"/>
            <a:ext cx="10515600" cy="160093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FF"/>
                </a:solidFill>
                <a:latin typeface="Consolas" panose="020B0609020204030204" pitchFamily="49" charset="0"/>
              </a:rPr>
              <a:t>ASCII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b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 AND</a:t>
            </a:r>
            <a:b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en-US" sz="40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numeric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D64B69-12FF-7949-B4CF-A157ABEBBCA5}"/>
              </a:ext>
            </a:extLst>
          </p:cNvPr>
          <p:cNvSpPr txBox="1"/>
          <p:nvPr/>
        </p:nvSpPr>
        <p:spPr>
          <a:xfrm>
            <a:off x="1142154" y="2967335"/>
            <a:ext cx="3246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ASCII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'A'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65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D9FC07-8E43-B6F9-2B25-999D36F168D5}"/>
              </a:ext>
            </a:extLst>
          </p:cNvPr>
          <p:cNvSpPr txBox="1"/>
          <p:nvPr/>
        </p:nvSpPr>
        <p:spPr>
          <a:xfrm>
            <a:off x="6549390" y="2967334"/>
            <a:ext cx="3120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ASCII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'a'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97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27F05F-D711-2E63-506F-42241C890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173" y="2967335"/>
            <a:ext cx="1724237" cy="11494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84DF559-99C0-101D-C8D5-EB193E7E2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290" y="2944474"/>
            <a:ext cx="1831394" cy="114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464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B5C851E-7D12-454E-0D69-CA257A6E8452}"/>
              </a:ext>
            </a:extLst>
          </p:cNvPr>
          <p:cNvSpPr txBox="1"/>
          <p:nvPr/>
        </p:nvSpPr>
        <p:spPr>
          <a:xfrm>
            <a:off x="8149590" y="5990057"/>
            <a:ext cx="305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https://www.ascii-code.com/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37E974-D5CA-3F70-BDC6-574ADFF9A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24" y="1141412"/>
            <a:ext cx="10295831" cy="401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11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35F-BD36-FF60-9589-F69DED5C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3848"/>
            <a:ext cx="10515600" cy="160093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FF"/>
                </a:solidFill>
                <a:latin typeface="Consolas" panose="020B0609020204030204" pitchFamily="49" charset="0"/>
              </a:rPr>
              <a:t>ASCII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character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b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 AND</a:t>
            </a:r>
            <a:b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en-US" sz="40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numeric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D64B69-12FF-7949-B4CF-A157ABEBBCA5}"/>
              </a:ext>
            </a:extLst>
          </p:cNvPr>
          <p:cNvSpPr txBox="1"/>
          <p:nvPr/>
        </p:nvSpPr>
        <p:spPr>
          <a:xfrm>
            <a:off x="1142154" y="2967335"/>
            <a:ext cx="3246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ASCII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'A'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65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D9FC07-8E43-B6F9-2B25-999D36F168D5}"/>
              </a:ext>
            </a:extLst>
          </p:cNvPr>
          <p:cNvSpPr txBox="1"/>
          <p:nvPr/>
        </p:nvSpPr>
        <p:spPr>
          <a:xfrm>
            <a:off x="6549390" y="2967334"/>
            <a:ext cx="3120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ASCII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'a'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97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27F05F-D711-2E63-506F-42241C890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173" y="2967335"/>
            <a:ext cx="1724237" cy="11494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84DF559-99C0-101D-C8D5-EB193E7E2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290" y="2944474"/>
            <a:ext cx="1831394" cy="114949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C5EFDD0-7025-6182-DC7F-F036D52F0F66}"/>
              </a:ext>
            </a:extLst>
          </p:cNvPr>
          <p:cNvGrpSpPr/>
          <p:nvPr/>
        </p:nvGrpSpPr>
        <p:grpSpPr>
          <a:xfrm>
            <a:off x="1142154" y="4497855"/>
            <a:ext cx="9663337" cy="1661994"/>
            <a:chOff x="1142154" y="4497855"/>
            <a:chExt cx="9663337" cy="166199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FFD2C58-9F50-9CE2-9815-475677C3A4C0}"/>
                </a:ext>
              </a:extLst>
            </p:cNvPr>
            <p:cNvSpPr txBox="1"/>
            <p:nvPr/>
          </p:nvSpPr>
          <p:spPr>
            <a:xfrm>
              <a:off x="1142154" y="4497855"/>
              <a:ext cx="73609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DECLARE</a:t>
              </a:r>
              <a:r>
                <a:rPr lang="en-US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@_value </a:t>
              </a:r>
              <a:r>
                <a:rPr lang="en-US" sz="2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CHAR</a:t>
              </a:r>
              <a:r>
                <a:rPr lang="en-US" sz="24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65</a:t>
              </a:r>
              <a:r>
                <a:rPr lang="en-US" sz="24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)</a:t>
              </a:r>
              <a:r>
                <a:rPr lang="en-US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4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=</a:t>
              </a:r>
              <a:r>
                <a:rPr lang="en-US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CHAR</a:t>
              </a:r>
              <a:r>
                <a:rPr lang="en-US" sz="24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65</a:t>
              </a:r>
              <a:r>
                <a:rPr lang="en-US" sz="24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)</a:t>
              </a:r>
              <a:endParaRPr lang="en-US" sz="240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r>
                <a:rPr lang="en-US" sz="2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PRINT</a:t>
              </a:r>
              <a:r>
                <a:rPr lang="en-US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400" dirty="0">
                  <a:solidFill>
                    <a:srgbClr val="FF00FF"/>
                  </a:solidFill>
                  <a:latin typeface="Consolas" panose="020B0609020204030204" pitchFamily="49" charset="0"/>
                </a:rPr>
                <a:t>CONCAT</a:t>
              </a:r>
              <a:r>
                <a:rPr lang="en-US" sz="24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'"'</a:t>
              </a:r>
              <a:r>
                <a:rPr lang="en-US" sz="24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@_value</a:t>
              </a:r>
              <a:r>
                <a:rPr lang="en-US" sz="24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2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4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'"'</a:t>
              </a:r>
              <a:r>
                <a:rPr lang="en-US" sz="24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)</a:t>
              </a:r>
              <a:endParaRPr lang="en-US" sz="2400" dirty="0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78CECCD-AFBC-9DBE-8A31-03736AA02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83054" y="5328852"/>
              <a:ext cx="9222437" cy="830997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5540982-242D-BFE5-C796-46FA0E3335F3}"/>
                </a:ext>
              </a:extLst>
            </p:cNvPr>
            <p:cNvSpPr/>
            <p:nvPr/>
          </p:nvSpPr>
          <p:spPr>
            <a:xfrm>
              <a:off x="3860800" y="4497855"/>
              <a:ext cx="1460500" cy="449968"/>
            </a:xfrm>
            <a:prstGeom prst="rect">
              <a:avLst/>
            </a:prstGeom>
            <a:noFill/>
            <a:ln w="539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1027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9D8C2C-1F7F-ED74-9E9C-9E5B57F59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143" y="1085353"/>
            <a:ext cx="8774402" cy="46872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5C851E-7D12-454E-0D69-CA257A6E8452}"/>
              </a:ext>
            </a:extLst>
          </p:cNvPr>
          <p:cNvSpPr txBox="1"/>
          <p:nvPr/>
        </p:nvSpPr>
        <p:spPr>
          <a:xfrm>
            <a:off x="8149590" y="5990057"/>
            <a:ext cx="305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https://www.ascii-code.com/</a:t>
            </a:r>
          </a:p>
        </p:txBody>
      </p:sp>
    </p:spTree>
    <p:extLst>
      <p:ext uri="{BB962C8B-B14F-4D97-AF65-F5344CB8AC3E}">
        <p14:creationId xmlns:p14="http://schemas.microsoft.com/office/powerpoint/2010/main" val="2880908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410209-5076-4902-0710-FB5CB3CD3FB0}"/>
              </a:ext>
            </a:extLst>
          </p:cNvPr>
          <p:cNvSpPr txBox="1"/>
          <p:nvPr/>
        </p:nvSpPr>
        <p:spPr>
          <a:xfrm>
            <a:off x="911426" y="1255693"/>
            <a:ext cx="994951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@_cr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13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@_lf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@_tab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9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@_value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'hello'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@_cr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@_lf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@_tab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'!'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@_beforemap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CONCAT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@_cr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@_lf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@_tab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@_aftermap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'---'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@_value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@_value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@_beforemap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@_aftermap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s-E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CDD380-AB62-62C1-E1AA-3313C7254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60" y="1255693"/>
            <a:ext cx="22479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308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B5C851E-7D12-454E-0D69-CA257A6E8452}"/>
              </a:ext>
            </a:extLst>
          </p:cNvPr>
          <p:cNvSpPr txBox="1"/>
          <p:nvPr/>
        </p:nvSpPr>
        <p:spPr>
          <a:xfrm>
            <a:off x="8149590" y="5990057"/>
            <a:ext cx="305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https://www.ascii-code.com/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483AF4-5F3C-A7B4-EDDB-ED1EBCD73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25" y="1085850"/>
            <a:ext cx="8763675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37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410209-5076-4902-0710-FB5CB3CD3FB0}"/>
              </a:ext>
            </a:extLst>
          </p:cNvPr>
          <p:cNvSpPr txBox="1"/>
          <p:nvPr/>
        </p:nvSpPr>
        <p:spPr>
          <a:xfrm>
            <a:off x="908187" y="1257276"/>
            <a:ext cx="1052101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@_cr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13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@_lf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@_tab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9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@_bksp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8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@_value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'hello'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@_cr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@_lf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@_tab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'!'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@_beforemap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CONCAT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@_cr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@_lf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@_tab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@_aftermap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CONCAT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@_bksp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@_bksp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@_bksp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@_value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@_value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@_beforemap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@_aftermap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s-E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BA0582-EDE7-46F8-7B9A-33D4A979CB3E}"/>
              </a:ext>
            </a:extLst>
          </p:cNvPr>
          <p:cNvSpPr/>
          <p:nvPr/>
        </p:nvSpPr>
        <p:spPr>
          <a:xfrm>
            <a:off x="754380" y="2343150"/>
            <a:ext cx="5840730" cy="5029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95CEC2-2276-A504-0A2D-FC201EDB9A07}"/>
              </a:ext>
            </a:extLst>
          </p:cNvPr>
          <p:cNvSpPr/>
          <p:nvPr/>
        </p:nvSpPr>
        <p:spPr>
          <a:xfrm>
            <a:off x="5966460" y="4606290"/>
            <a:ext cx="5317353" cy="41535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179EF7B-E04F-2981-B1D2-0E7837A4F849}"/>
              </a:ext>
            </a:extLst>
          </p:cNvPr>
          <p:cNvGrpSpPr/>
          <p:nvPr/>
        </p:nvGrpSpPr>
        <p:grpSpPr>
          <a:xfrm>
            <a:off x="8933043" y="1257276"/>
            <a:ext cx="2247900" cy="2171724"/>
            <a:chOff x="8933043" y="1257276"/>
            <a:chExt cx="2247900" cy="21717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D2B1B6B-ABDB-C155-E617-8503CAACD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33043" y="1257276"/>
              <a:ext cx="2247900" cy="1762125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4AD0C74-E43E-5D75-FAD8-739E01DB3B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58450" y="2846070"/>
              <a:ext cx="160020" cy="582930"/>
            </a:xfrm>
            <a:prstGeom prst="straightConnector1">
              <a:avLst/>
            </a:prstGeom>
            <a:ln w="412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8458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611481-75A9-1696-088D-9C683713C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237" y="1558280"/>
            <a:ext cx="7649286" cy="268352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EF90E1-8F71-D829-E808-7786601D60A1}"/>
              </a:ext>
            </a:extLst>
          </p:cNvPr>
          <p:cNvCxnSpPr>
            <a:cxnSpLocks/>
          </p:cNvCxnSpPr>
          <p:nvPr/>
        </p:nvCxnSpPr>
        <p:spPr>
          <a:xfrm flipV="1">
            <a:off x="6629400" y="4241800"/>
            <a:ext cx="368300" cy="80010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EE0C951-44AF-8BCF-4E17-2D10DE3E2F59}"/>
              </a:ext>
            </a:extLst>
          </p:cNvPr>
          <p:cNvSpPr txBox="1"/>
          <p:nvPr/>
        </p:nvSpPr>
        <p:spPr>
          <a:xfrm>
            <a:off x="963522" y="780097"/>
            <a:ext cx="5257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Gotcha!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B3EE2A-8EF5-2C51-2D6E-80D8CF7546CB}"/>
              </a:ext>
            </a:extLst>
          </p:cNvPr>
          <p:cNvSpPr txBox="1"/>
          <p:nvPr/>
        </p:nvSpPr>
        <p:spPr>
          <a:xfrm>
            <a:off x="5549900" y="5141267"/>
            <a:ext cx="2527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8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/>
              <a:t> in action</a:t>
            </a:r>
          </a:p>
        </p:txBody>
      </p:sp>
    </p:spTree>
    <p:extLst>
      <p:ext uri="{BB962C8B-B14F-4D97-AF65-F5344CB8AC3E}">
        <p14:creationId xmlns:p14="http://schemas.microsoft.com/office/powerpoint/2010/main" val="38907763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410209-5076-4902-0710-FB5CB3CD3FB0}"/>
              </a:ext>
            </a:extLst>
          </p:cNvPr>
          <p:cNvSpPr txBox="1"/>
          <p:nvPr/>
        </p:nvSpPr>
        <p:spPr>
          <a:xfrm>
            <a:off x="908187" y="1257276"/>
            <a:ext cx="1052101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@_cr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13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@_lf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@_tab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9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@_value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'hello'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@_cr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@_lf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@_tab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'!'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@_beforemap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CONCAT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@_cr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@_lf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@_tab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@_aftermap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 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'•••'</a:t>
            </a:r>
            <a:endParaRPr lang="en-US" sz="2400" dirty="0">
              <a:solidFill>
                <a:srgbClr val="80808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@_value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REPLACE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   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@_value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@_beforemap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@_aftermap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'•'</a:t>
            </a:r>
            <a:r>
              <a:rPr lang="en-US" sz="24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''</a:t>
            </a:r>
            <a:r>
              <a:rPr lang="en-US" sz="24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endParaRPr lang="es-ES" sz="24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2B1B6B-ABDB-C155-E617-8503CAACD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3043" y="1257276"/>
            <a:ext cx="224790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000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9B1CE4-261A-3A4C-0263-0EC4013DDA72}"/>
              </a:ext>
            </a:extLst>
          </p:cNvPr>
          <p:cNvSpPr txBox="1"/>
          <p:nvPr/>
        </p:nvSpPr>
        <p:spPr>
          <a:xfrm>
            <a:off x="963522" y="1577876"/>
            <a:ext cx="966637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@_myint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123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@_mytext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8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'hello'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@_mybigtext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max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REPLICATE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'hello '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2000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@_myint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MyInt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@_myint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'3'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'6'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MyNewInt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@_mytext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MyText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@_mytext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'E'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'A'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MyNewText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@_mybigtext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MyBigText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@_mybigtext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'E'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'A'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MyNewBigText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dbo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Table1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0923F8-256F-A2AE-6555-25FC35FF5240}"/>
              </a:ext>
            </a:extLst>
          </p:cNvPr>
          <p:cNvSpPr txBox="1"/>
          <p:nvPr/>
        </p:nvSpPr>
        <p:spPr>
          <a:xfrm>
            <a:off x="963522" y="780097"/>
            <a:ext cx="5257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Another Gotcha!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0E9F364-41B9-91DC-174E-B6C9FF8B2D3E}"/>
              </a:ext>
            </a:extLst>
          </p:cNvPr>
          <p:cNvGrpSpPr/>
          <p:nvPr/>
        </p:nvGrpSpPr>
        <p:grpSpPr>
          <a:xfrm>
            <a:off x="963522" y="2967563"/>
            <a:ext cx="10359856" cy="3011518"/>
            <a:chOff x="963522" y="2967563"/>
            <a:chExt cx="10359856" cy="301151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43F126A-26CD-C59F-0D9E-03E4B6255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21722" y="2967563"/>
              <a:ext cx="4701656" cy="2811463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9F51898-0056-0438-0AA3-4901FFF1029C}"/>
                </a:ext>
              </a:extLst>
            </p:cNvPr>
            <p:cNvSpPr/>
            <p:nvPr/>
          </p:nvSpPr>
          <p:spPr>
            <a:xfrm>
              <a:off x="7557339" y="3993296"/>
              <a:ext cx="3371850" cy="400110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CC9B985-240D-9F99-08B7-E36E00DEA90A}"/>
                </a:ext>
              </a:extLst>
            </p:cNvPr>
            <p:cNvSpPr/>
            <p:nvPr/>
          </p:nvSpPr>
          <p:spPr>
            <a:xfrm>
              <a:off x="7529603" y="4686106"/>
              <a:ext cx="3513228" cy="400110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294FEE9-A18D-5A96-7A35-38B84934B539}"/>
                </a:ext>
              </a:extLst>
            </p:cNvPr>
            <p:cNvSpPr/>
            <p:nvPr/>
          </p:nvSpPr>
          <p:spPr>
            <a:xfrm>
              <a:off x="963522" y="5578971"/>
              <a:ext cx="2795678" cy="400110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84BE5CA-8AC8-2284-695D-F850372CA2F9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 flipV="1">
              <a:off x="3759200" y="4559300"/>
              <a:ext cx="3492500" cy="1219726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BE6E3BE-ABDD-F27C-C2A5-E77B845CDD87}"/>
                </a:ext>
              </a:extLst>
            </p:cNvPr>
            <p:cNvSpPr/>
            <p:nvPr/>
          </p:nvSpPr>
          <p:spPr>
            <a:xfrm>
              <a:off x="7557338" y="5378916"/>
              <a:ext cx="3766039" cy="400110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861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9B1CE4-261A-3A4C-0263-0EC4013DDA72}"/>
              </a:ext>
            </a:extLst>
          </p:cNvPr>
          <p:cNvSpPr txBox="1"/>
          <p:nvPr/>
        </p:nvSpPr>
        <p:spPr>
          <a:xfrm>
            <a:off x="963522" y="1759833"/>
            <a:ext cx="989497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@_myint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123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@_mytext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8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 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'hello'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@_myint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MyInt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  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TRY_CONVERT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@_myint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'3'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'6'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MyNewInt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  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@_mytext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MyText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  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CONVERT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8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       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@_mytext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'E'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'A'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MyNewText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dbo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Table1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85EC1A-558F-757C-350B-E03BB2206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720" y="3964326"/>
            <a:ext cx="3784580" cy="18242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80923F8-256F-A2AE-6555-25FC35FF5240}"/>
              </a:ext>
            </a:extLst>
          </p:cNvPr>
          <p:cNvSpPr txBox="1"/>
          <p:nvPr/>
        </p:nvSpPr>
        <p:spPr>
          <a:xfrm>
            <a:off x="963522" y="780097"/>
            <a:ext cx="5257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Another Gotcha! - Fixed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574D58-D8CE-5C43-7AF1-0E78ECF85E02}"/>
              </a:ext>
            </a:extLst>
          </p:cNvPr>
          <p:cNvSpPr/>
          <p:nvPr/>
        </p:nvSpPr>
        <p:spPr>
          <a:xfrm>
            <a:off x="8394700" y="4863737"/>
            <a:ext cx="2273300" cy="29246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2474D6-8C29-4D2D-7490-08AE10C8CCC3}"/>
              </a:ext>
            </a:extLst>
          </p:cNvPr>
          <p:cNvSpPr/>
          <p:nvPr/>
        </p:nvSpPr>
        <p:spPr>
          <a:xfrm>
            <a:off x="8420100" y="5460637"/>
            <a:ext cx="2997200" cy="29246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05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E2DF6-43CD-7910-97DD-568D42779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799D1-6A59-627F-FBD8-5A0EF61AE8BE}"/>
              </a:ext>
            </a:extLst>
          </p:cNvPr>
          <p:cNvSpPr txBox="1"/>
          <p:nvPr/>
        </p:nvSpPr>
        <p:spPr>
          <a:xfrm>
            <a:off x="1155700" y="2146300"/>
            <a:ext cx="101981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2400" dirty="0"/>
              <a:t> is used for “one-for-one” character-for-character replacement.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2400" dirty="0"/>
              <a:t> is inherently case-insensitive unless forced otherwise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2400" dirty="0"/>
              <a:t> fails at character removal. Use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2400" dirty="0"/>
              <a:t> for those cases.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2400" dirty="0"/>
              <a:t> can cast the resulting value into a larger datatype, potentially </a:t>
            </a:r>
          </a:p>
          <a:p>
            <a:r>
              <a:rPr lang="en-US" sz="2400" dirty="0"/>
              <a:t>      slowing down ETL.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86428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60B561-9B3E-A968-2B4E-7319150C79C4}"/>
              </a:ext>
            </a:extLst>
          </p:cNvPr>
          <p:cNvSpPr txBox="1"/>
          <p:nvPr/>
        </p:nvSpPr>
        <p:spPr>
          <a:xfrm>
            <a:off x="1510146" y="5437227"/>
            <a:ext cx="6802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</a:rPr>
              <a:t>https://github.com/jbfoushee/MyPresentations/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7E1BF-9545-970E-5C17-B09523F51437}"/>
              </a:ext>
            </a:extLst>
          </p:cNvPr>
          <p:cNvSpPr txBox="1"/>
          <p:nvPr/>
        </p:nvSpPr>
        <p:spPr>
          <a:xfrm>
            <a:off x="1510146" y="4895212"/>
            <a:ext cx="74398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https://www.linkedin.com/in/jeff-foushee-13b80a100/</a:t>
            </a:r>
          </a:p>
        </p:txBody>
      </p:sp>
      <p:pic>
        <p:nvPicPr>
          <p:cNvPr id="1026" name="Picture 2" descr="Linkedin-logo | myCloudDoor - Expertise for Cloud Transition">
            <a:extLst>
              <a:ext uri="{FF2B5EF4-FFF2-40B4-BE49-F238E27FC236}">
                <a16:creationId xmlns:a16="http://schemas.microsoft.com/office/drawing/2014/main" id="{7541C2E9-3409-6A8C-14FE-E2F786407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3" y="4897215"/>
            <a:ext cx="678873" cy="38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Logo, symbol, meaning, history, PNG, brand">
            <a:extLst>
              <a:ext uri="{FF2B5EF4-FFF2-40B4-BE49-F238E27FC236}">
                <a16:creationId xmlns:a16="http://schemas.microsoft.com/office/drawing/2014/main" id="{4A4A3218-5674-2C67-8D76-BCC0445E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2" y="5451764"/>
            <a:ext cx="678874" cy="38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F63783-B000-A4BC-CCBD-ECC8D1236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0" y="1578919"/>
            <a:ext cx="2228212" cy="2228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A32F5C-E514-95A5-9E67-696F9A1524ED}"/>
              </a:ext>
            </a:extLst>
          </p:cNvPr>
          <p:cNvSpPr txBox="1"/>
          <p:nvPr/>
        </p:nvSpPr>
        <p:spPr>
          <a:xfrm>
            <a:off x="4225637" y="1020663"/>
            <a:ext cx="644236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Jeff Foushee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Server Database 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Programmer</a:t>
            </a: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Saturday speaker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Blackjack dealer</a:t>
            </a:r>
          </a:p>
        </p:txBody>
      </p:sp>
    </p:spTree>
    <p:extLst>
      <p:ext uri="{BB962C8B-B14F-4D97-AF65-F5344CB8AC3E}">
        <p14:creationId xmlns:p14="http://schemas.microsoft.com/office/powerpoint/2010/main" val="918283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27246</TotalTime>
  <Words>1751</Words>
  <Application>Microsoft Office PowerPoint</Application>
  <PresentationFormat>Widescreen</PresentationFormat>
  <Paragraphs>271</Paragraphs>
  <Slides>28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-apple-system</vt:lpstr>
      <vt:lpstr>Arial</vt:lpstr>
      <vt:lpstr>Calibri</vt:lpstr>
      <vt:lpstr>Calibri Light</vt:lpstr>
      <vt:lpstr>Cascadia Mono</vt:lpstr>
      <vt:lpstr>Consolas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Collation (Case-Sensitivity) Hierarchy</vt:lpstr>
      <vt:lpstr>The Collation (Case-Sensitivity) Hierarchy</vt:lpstr>
      <vt:lpstr>The Collation (Case-Sensitivity) Hierarchy</vt:lpstr>
      <vt:lpstr>The Collation (Case-Sensitivity) Hierarchy</vt:lpstr>
      <vt:lpstr>PowerPoint Presentation</vt:lpstr>
      <vt:lpstr>PowerPoint Presentation</vt:lpstr>
      <vt:lpstr>ASCII(character)  AND CHAR(numeric)</vt:lpstr>
      <vt:lpstr>PowerPoint Presentation</vt:lpstr>
      <vt:lpstr>ASCII(character)  AND CHAR(numeric)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Putting it all together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 F</dc:creator>
  <cp:lastModifiedBy>Jeff Foushee</cp:lastModifiedBy>
  <cp:revision>24</cp:revision>
  <dcterms:created xsi:type="dcterms:W3CDTF">2023-07-18T22:41:59Z</dcterms:created>
  <dcterms:modified xsi:type="dcterms:W3CDTF">2024-03-22T01:03:25Z</dcterms:modified>
</cp:coreProperties>
</file>