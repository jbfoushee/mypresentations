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1" r:id="rId3"/>
    <p:sldId id="264" r:id="rId4"/>
    <p:sldId id="265" r:id="rId5"/>
    <p:sldId id="257" r:id="rId6"/>
    <p:sldId id="258" r:id="rId7"/>
    <p:sldId id="256" r:id="rId8"/>
    <p:sldId id="262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7" autoAdjust="0"/>
    <p:restoredTop sz="94660"/>
  </p:normalViewPr>
  <p:slideViewPr>
    <p:cSldViewPr snapToGrid="0">
      <p:cViewPr varScale="1">
        <p:scale>
          <a:sx n="79" d="100"/>
          <a:sy n="79" d="100"/>
        </p:scale>
        <p:origin x="9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1/27/2024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771554" y="1612626"/>
            <a:ext cx="68402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4800" b="1" dirty="0"/>
              <a:t> TSQL Operators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C6B709-B173-7550-C8EF-52F6514714A9}"/>
              </a:ext>
            </a:extLst>
          </p:cNvPr>
          <p:cNvSpPr txBox="1"/>
          <p:nvPr/>
        </p:nvSpPr>
        <p:spPr>
          <a:xfrm>
            <a:off x="1945757" y="1052623"/>
            <a:ext cx="754911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OLTP Only</a:t>
            </a:r>
          </a:p>
          <a:p>
            <a:r>
              <a:rPr lang="en-US" dirty="0"/>
              <a:t>SQL Server Standard/Enterprise</a:t>
            </a:r>
          </a:p>
          <a:p>
            <a:r>
              <a:rPr lang="en-US" dirty="0"/>
              <a:t>Azure SQL Database</a:t>
            </a:r>
          </a:p>
          <a:p>
            <a:r>
              <a:rPr lang="en-US" dirty="0"/>
              <a:t>Azure SQL Managed Instance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 OLAP</a:t>
            </a:r>
          </a:p>
          <a:p>
            <a:r>
              <a:rPr lang="en-US" dirty="0"/>
              <a:t>SQL Server Azure Synapse</a:t>
            </a:r>
          </a:p>
          <a:p>
            <a:r>
              <a:rPr lang="en-US" dirty="0"/>
              <a:t>SQL Server PDW/APS</a:t>
            </a:r>
          </a:p>
        </p:txBody>
      </p:sp>
    </p:spTree>
    <p:extLst>
      <p:ext uri="{BB962C8B-B14F-4D97-AF65-F5344CB8AC3E}">
        <p14:creationId xmlns:p14="http://schemas.microsoft.com/office/powerpoint/2010/main" val="532603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CB5D10-CB03-B334-F1EE-7B88307F4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906" y="2547717"/>
            <a:ext cx="9544050" cy="38766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endCxn id="10" idx="1"/>
          </p:cNvCxnSpPr>
          <p:nvPr/>
        </p:nvCxnSpPr>
        <p:spPr>
          <a:xfrm flipV="1">
            <a:off x="8114303" y="1830170"/>
            <a:ext cx="285419" cy="323165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BAA7DD-AFA1-C3C7-F2D1-4BA84B6B7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84" y="3043017"/>
            <a:ext cx="7467600" cy="1409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6EF85C4-A0F6-AD5E-99B5-D33673830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0495" y="2904905"/>
            <a:ext cx="7562850" cy="309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710427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)</a:t>
            </a:r>
            <a:endParaRPr lang="en-US" sz="28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32DFEC2-961B-A820-B6E9-E413E0CAB9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0095717"/>
              </p:ext>
            </p:extLst>
          </p:nvPr>
        </p:nvGraphicFramePr>
        <p:xfrm>
          <a:off x="1511004" y="2590997"/>
          <a:ext cx="49642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4401">
                  <a:extLst>
                    <a:ext uri="{9D8B030D-6E8A-4147-A177-3AD203B41FA5}">
                      <a16:colId xmlns:a16="http://schemas.microsoft.com/office/drawing/2014/main" val="2908869916"/>
                    </a:ext>
                  </a:extLst>
                </a:gridCol>
                <a:gridCol w="1509823">
                  <a:extLst>
                    <a:ext uri="{9D8B030D-6E8A-4147-A177-3AD203B41FA5}">
                      <a16:colId xmlns:a16="http://schemas.microsoft.com/office/drawing/2014/main" val="33592203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sz="1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 ISJSON</a:t>
                      </a: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2"/>
                          </a:solidFill>
                          <a:latin typeface="Consolas" panose="020B0609020204030204" pitchFamily="49" charset="0"/>
                        </a:rPr>
                        <a:t>returns</a:t>
                      </a:r>
                      <a:endParaRPr lang="en-US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7841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6190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''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719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'[]'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2277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'{}'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872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'{</a:t>
                      </a:r>
                      <a:r>
                        <a:rPr lang="en-US" sz="1800" dirty="0" err="1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key:value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}'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2469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 "</a:t>
                      </a:r>
                      <a:r>
                        <a:rPr lang="en-US" sz="1800" dirty="0" err="1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key":"value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 '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3276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'{"</a:t>
                      </a:r>
                      <a:r>
                        <a:rPr lang="en-US" sz="1800" dirty="0" err="1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key":"value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"}'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2238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Tests whether a string contains valid JSON. Indentation not considered.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8" y="1825827"/>
            <a:ext cx="732849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'$.blah'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946042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28434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(contents of @_json)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name":"Mom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"},{"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name":"Dad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'Not JSON-formatted'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JSON-document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subset from the original JSON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0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Mom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'$.parents[1].name'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Dad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textual value of a key within 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1416</TotalTime>
  <Words>475</Words>
  <Application>Microsoft Office PowerPoint</Application>
  <PresentationFormat>Widescreen</PresentationFormat>
  <Paragraphs>79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-apple-system</vt:lpstr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2</cp:revision>
  <dcterms:created xsi:type="dcterms:W3CDTF">2024-01-27T23:55:18Z</dcterms:created>
  <dcterms:modified xsi:type="dcterms:W3CDTF">2024-01-29T00:03:35Z</dcterms:modified>
</cp:coreProperties>
</file>